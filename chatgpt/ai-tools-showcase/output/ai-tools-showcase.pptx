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00338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Released AI Tools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92298" y="701576"/>
            <a:ext cx="2768501" cy="1714500"/>
          </a:xfrm>
          <a:prstGeom prst="roundRect">
            <a:avLst>
              <a:gd name="adj" fmla="val 370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Users/rishi/Code/chatgpt/ai-tools-showcase/workspace/released-ico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249" y="828526"/>
            <a:ext cx="698450" cy="698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4650" y="828526"/>
            <a:ext cx="542776" cy="145852"/>
          </a:xfrm>
          <a:prstGeom prst="roundRect">
            <a:avLst>
              <a:gd name="adj" fmla="val 26122"/>
            </a:avLst>
          </a:prstGeom>
          <a:solidFill>
            <a:srgbClr val="00A3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320850" y="853827"/>
            <a:ext cx="398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Released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1244650" y="1025128"/>
            <a:ext cx="17229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KDN Tasks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244650" y="1228279"/>
            <a:ext cx="1722983" cy="79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clear, actionable email instructions for KDN offshore execution teams. Handles any task—from IS/BS roll-forwards and AR/AP schedules to GL breakdowns and QoE support work.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187750" y="701576"/>
            <a:ext cx="2768501" cy="1714500"/>
          </a:xfrm>
          <a:prstGeom prst="roundRect">
            <a:avLst>
              <a:gd name="adj" fmla="val 370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/Users/rishi/Code/chatgpt/ai-tools-showcase/workspace/released-icon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828526"/>
            <a:ext cx="698450" cy="698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40101" y="828526"/>
            <a:ext cx="542776" cy="145852"/>
          </a:xfrm>
          <a:prstGeom prst="roundRect">
            <a:avLst>
              <a:gd name="adj" fmla="val 26122"/>
            </a:avLst>
          </a:prstGeom>
          <a:solidFill>
            <a:srgbClr val="00A3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216301" y="853827"/>
            <a:ext cx="398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Released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4140101" y="1025128"/>
            <a:ext cx="17229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Intelligence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140101" y="1228279"/>
            <a:ext cx="1722983" cy="66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Transforms meeting transcripts into comprehensive, template-structured notes for FDD and General Business meetings. All content is transcript-grounded with zero invention.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083201" y="701576"/>
            <a:ext cx="2768501" cy="1714500"/>
          </a:xfrm>
          <a:prstGeom prst="roundRect">
            <a:avLst>
              <a:gd name="adj" fmla="val 370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2" descr="/Users/rishi/Code/chatgpt/ai-tools-showcase/workspace/released-icon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151" y="828526"/>
            <a:ext cx="698450" cy="6984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35552" y="828526"/>
            <a:ext cx="542776" cy="145852"/>
          </a:xfrm>
          <a:prstGeom prst="roundRect">
            <a:avLst>
              <a:gd name="adj" fmla="val 26122"/>
            </a:avLst>
          </a:prstGeom>
          <a:solidFill>
            <a:srgbClr val="00A3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7111752" y="853827"/>
            <a:ext cx="398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Released</a:t>
            </a:r>
            <a:endParaRPr lang="en-US" sz="700" dirty="0"/>
          </a:p>
        </p:txBody>
      </p:sp>
      <p:sp>
        <p:nvSpPr>
          <p:cNvPr id="20" name="Text 15"/>
          <p:cNvSpPr/>
          <p:nvPr/>
        </p:nvSpPr>
        <p:spPr>
          <a:xfrm>
            <a:off x="7035552" y="1025128"/>
            <a:ext cx="17229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MetaPrompt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035552" y="1228279"/>
            <a:ext cx="172298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 user tasks into refined AI prompts using structured templates, ensuring consistent quality for downstream model execution.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1739950" y="2543026"/>
            <a:ext cx="2768501" cy="1714500"/>
          </a:xfrm>
          <a:prstGeom prst="roundRect">
            <a:avLst>
              <a:gd name="adj" fmla="val 370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3" descr="/Users/rishi/Code/chatgpt/ai-tools-showcase/workspace/released-icon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6900" y="2669977"/>
            <a:ext cx="698450" cy="6984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692301" y="2669977"/>
            <a:ext cx="542776" cy="145852"/>
          </a:xfrm>
          <a:prstGeom prst="roundRect">
            <a:avLst>
              <a:gd name="adj" fmla="val 26122"/>
            </a:avLst>
          </a:prstGeom>
          <a:solidFill>
            <a:srgbClr val="00A3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2768501" y="2695277"/>
            <a:ext cx="398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Released</a:t>
            </a:r>
            <a:endParaRPr lang="en-US" sz="700" dirty="0"/>
          </a:p>
        </p:txBody>
      </p:sp>
      <p:sp>
        <p:nvSpPr>
          <p:cNvPr id="26" name="Text 20"/>
          <p:cNvSpPr/>
          <p:nvPr/>
        </p:nvSpPr>
        <p:spPr>
          <a:xfrm>
            <a:off x="2692301" y="2866579"/>
            <a:ext cx="17229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Copywriter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2692301" y="3069729"/>
            <a:ext cx="1722983" cy="66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Rewrites, drafts, and polishes financial due diligence report content with Big 4 partner-level expertise, applying strict style guidelines and data-anchored language.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4635401" y="2543026"/>
            <a:ext cx="2768501" cy="1714500"/>
          </a:xfrm>
          <a:prstGeom prst="roundRect">
            <a:avLst>
              <a:gd name="adj" fmla="val 370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4" descr="/Users/rishi/Code/chatgpt/ai-tools-showcase/workspace/released-icon-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351" y="2669977"/>
            <a:ext cx="698450" cy="69845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587752" y="2669977"/>
            <a:ext cx="542776" cy="145852"/>
          </a:xfrm>
          <a:prstGeom prst="roundRect">
            <a:avLst>
              <a:gd name="adj" fmla="val 26122"/>
            </a:avLst>
          </a:prstGeom>
          <a:solidFill>
            <a:srgbClr val="00A3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5663952" y="2695277"/>
            <a:ext cx="398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Released</a:t>
            </a:r>
            <a:endParaRPr lang="en-US" sz="700" dirty="0"/>
          </a:p>
        </p:txBody>
      </p:sp>
      <p:sp>
        <p:nvSpPr>
          <p:cNvPr id="32" name="Text 25"/>
          <p:cNvSpPr/>
          <p:nvPr/>
        </p:nvSpPr>
        <p:spPr>
          <a:xfrm>
            <a:off x="5587752" y="2866579"/>
            <a:ext cx="17229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Lingo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5587752" y="3069729"/>
            <a:ext cx="1722983" cy="79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extracts abbreviations from documents and generates professional, KPMG-branded glossary slides. Upload any PowerPoint or PDF for instant glossary creation.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00338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3901" y="781050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Development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3901" y="1085701"/>
            <a:ext cx="2768501" cy="114300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Users/rishi/Code/chatgpt/ai-tools-showcase/workspace/icon-ts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402" y="1187202"/>
            <a:ext cx="571500" cy="57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402" y="1187202"/>
            <a:ext cx="788640" cy="120551"/>
          </a:xfrm>
          <a:prstGeom prst="roundRect">
            <a:avLst>
              <a:gd name="adj" fmla="val 21070"/>
            </a:avLst>
          </a:prstGeom>
          <a:solidFill>
            <a:srgbClr val="0091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91803" y="1199852"/>
            <a:ext cx="6750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Development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028402" y="1345853"/>
            <a:ext cx="19303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Letters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28402" y="1526828"/>
            <a:ext cx="1930348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Automates generation of Transaction Services due diligence letters (Client Release, Third Party Access, Factual Accuracy) by filling DOCX templates with deal-specific data.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149352" y="1085701"/>
            <a:ext cx="2768501" cy="114300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Users/rishi/Code/chatgpt/ai-tools-showcase/workspace/icon-sp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853" y="1187202"/>
            <a:ext cx="571500" cy="5715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23854" y="1187202"/>
            <a:ext cx="788640" cy="120551"/>
          </a:xfrm>
          <a:prstGeom prst="roundRect">
            <a:avLst>
              <a:gd name="adj" fmla="val 21070"/>
            </a:avLst>
          </a:prstGeom>
          <a:solidFill>
            <a:srgbClr val="0091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987254" y="1199852"/>
            <a:ext cx="6750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Development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3923854" y="1345853"/>
            <a:ext cx="19303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Assistant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923854" y="1526828"/>
            <a:ext cx="1930348" cy="222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for Sale and Purchase Agreement analysis and support.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6044803" y="1085701"/>
            <a:ext cx="2768501" cy="114300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2" descr="/Users/rishi/Code/chatgpt/ai-tools-showcase/workspace/icon-fd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304" y="1187202"/>
            <a:ext cx="571500" cy="5715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19305" y="1187202"/>
            <a:ext cx="788640" cy="120551"/>
          </a:xfrm>
          <a:prstGeom prst="roundRect">
            <a:avLst>
              <a:gd name="adj" fmla="val 21070"/>
            </a:avLst>
          </a:prstGeom>
          <a:solidFill>
            <a:srgbClr val="0091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882705" y="1199852"/>
            <a:ext cx="6750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Development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6819305" y="1345853"/>
            <a:ext cx="19303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FDD Researcher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819305" y="1526828"/>
            <a:ext cx="1930348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Pre-data-room kickoff brief generator that creates comprehensive business overviews of the target company, with industry-specific playbooks and data request templates.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253901" y="2355652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253901" y="2660303"/>
            <a:ext cx="2768501" cy="114300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3" descr="/Users/rishi/Code/chatgpt/ai-tools-showcase/workspace/icon-db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402" y="2761804"/>
            <a:ext cx="571500" cy="5715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28402" y="2761804"/>
            <a:ext cx="472529" cy="120551"/>
          </a:xfrm>
          <a:prstGeom prst="roundRect">
            <a:avLst>
              <a:gd name="adj" fmla="val 21070"/>
            </a:avLst>
          </a:prstGeom>
          <a:solidFill>
            <a:srgbClr val="6D20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1091803" y="2774454"/>
            <a:ext cx="3526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00" dirty="0"/>
          </a:p>
        </p:txBody>
      </p:sp>
      <p:sp>
        <p:nvSpPr>
          <p:cNvPr id="28" name="Text 22"/>
          <p:cNvSpPr/>
          <p:nvPr/>
        </p:nvSpPr>
        <p:spPr>
          <a:xfrm>
            <a:off x="1028402" y="2920454"/>
            <a:ext cx="19303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Databook Associate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028402" y="3101429"/>
            <a:ext cx="1930348" cy="555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Excel schedules in Transaction Services according to KPMG brand standards. Processes a variety of data room schedules including leases, trial balances, aging schedules, and GL breakdowns.</a:t>
            </a:r>
            <a:endParaRPr lang="en-US" sz="700" dirty="0"/>
          </a:p>
        </p:txBody>
      </p:sp>
      <p:sp>
        <p:nvSpPr>
          <p:cNvPr id="30" name="Text 24"/>
          <p:cNvSpPr/>
          <p:nvPr/>
        </p:nvSpPr>
        <p:spPr>
          <a:xfrm>
            <a:off x="3149352" y="2660303"/>
            <a:ext cx="2768501" cy="114300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4" descr="/Users/rishi/Code/chatgpt/ai-tools-showcase/workspace/icon-qc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0853" y="2761804"/>
            <a:ext cx="571500" cy="5715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23854" y="2761804"/>
            <a:ext cx="472529" cy="120551"/>
          </a:xfrm>
          <a:prstGeom prst="roundRect">
            <a:avLst>
              <a:gd name="adj" fmla="val 21070"/>
            </a:avLst>
          </a:prstGeom>
          <a:solidFill>
            <a:srgbClr val="6D20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3987254" y="2774454"/>
            <a:ext cx="3526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00" dirty="0"/>
          </a:p>
        </p:txBody>
      </p:sp>
      <p:sp>
        <p:nvSpPr>
          <p:cNvPr id="34" name="Text 27"/>
          <p:cNvSpPr/>
          <p:nvPr/>
        </p:nvSpPr>
        <p:spPr>
          <a:xfrm>
            <a:off x="3923854" y="2920454"/>
            <a:ext cx="19303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Control Assistant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3923854" y="3101429"/>
            <a:ext cx="1930348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Performs QC analysis on Transaction Services databooks and reports through automated consistency checks across deliverables.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KPMG Transaction Services AI Tools</dc:title>
  <dc:subject>PptxGenJS Presentation</dc:subject>
  <dc:creator>KPMG Transaction Services</dc:creator>
  <cp:lastModifiedBy>KPMG Transaction Services</cp:lastModifiedBy>
  <cp:revision>1</cp:revision>
  <dcterms:created xsi:type="dcterms:W3CDTF">2026-01-08T17:41:47Z</dcterms:created>
  <dcterms:modified xsi:type="dcterms:W3CDTF">2026-01-08T17:41:47Z</dcterms:modified>
</cp:coreProperties>
</file>