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4632" cy="1947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46282" y="6267298"/>
            <a:ext cx="242316" cy="14904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476" y="976053"/>
            <a:ext cx="7061786" cy="49053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46282" y="6267298"/>
            <a:ext cx="242316" cy="14904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2026-02-19T23:10:00Z</dcterms:created>
  <dcterms:modified xsi:type="dcterms:W3CDTF">2026-02-19T23:10:00Z</dcterms:modified>
</cp:coreProperties>
</file>