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efe67e49-4504-9795-1db2-69f27e51d947}">
          <p14:sldIdLst/>
        </p14:section>
        <p14:section name="Default-1" id="{5ccad8fb-9e5b-fece-3529-5e8e63c421b8}">
          <p14:sldIdLst>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Shape 1"/>
          <p:cNvSpPr/>
          <p:nvPr/>
        </p:nvSpPr>
        <p:spPr>
          <a:xfrm>
            <a:off x="10927080" y="6267298"/>
            <a:ext cx="0" cy="149047"/>
          </a:xfrm>
          <a:prstGeom prst="line">
            <a:avLst/>
          </a:prstGeom>
          <a:noFill/>
          <a:ln w="12700">
            <a:solidFill>
              <a:srgbClr val="1E49E2"/>
            </a:solidFill>
            <a:prstDash val="solid"/>
          </a:ln>
        </p:spPr>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pptx-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Shape 1"/>
          <p:cNvSpPr/>
          <p:nvPr/>
        </p:nvSpPr>
        <p:spPr>
          <a:xfrm>
            <a:off x="10927080" y="6267298"/>
            <a:ext cx="0" cy="149047"/>
          </a:xfrm>
          <a:prstGeom prst="line">
            <a:avLst/>
          </a:prstGeom>
          <a:noFill/>
          <a:ln w="12700">
            <a:solidFill>
              <a:srgbClr val="1E49E2"/>
            </a:solidFill>
            <a:prstDash val="solid"/>
          </a:ln>
        </p:spPr>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00338D"/>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dc:title>
  <dc:subject>Layout and overflow stress-test using placeholder prose</dc:subject>
  <dc:creator>kpmg-slidegen</dc:creator>
  <cp:lastModifiedBy>kpmg-slidegen</cp:lastModifiedBy>
  <cp:revision>1</cp:revision>
  <dcterms:created xsi:type="dcterms:W3CDTF">2026-02-20T00:02:10Z</dcterms:created>
  <dcterms:modified xsi:type="dcterms:W3CDTF">2026-02-20T00:02:10Z</dcterms:modified>
</cp:coreProperties>
</file>