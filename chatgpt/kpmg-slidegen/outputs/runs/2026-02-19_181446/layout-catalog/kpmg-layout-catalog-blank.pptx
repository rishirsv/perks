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85763c90-f9eb-5e26-bc46-b288ff312c1e}">
          <p14:sldIdLst/>
        </p14:section>
        <p14:section name="Default-1" id="{33d8ae0e-1224-147b-6ea2-48391e0cf240}">
          <p14:sldIdLst>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Sheet1!$A$2:$A$2</c:f>
              <c:multiLvlStrCache>
                <c:ptCount val="1"/>
                <c:lvl>
                  <c:pt idx="0">
                    <c:v>.</c:v>
                  </c:pt>
                </c:lvl>
              </c:multiLvlStrCache>
            </c:multiLvlStrRef>
          </c:cat>
          <c:val>
            <c:numRef>
              <c:f>Sheet1!$B$2:$B$2</c:f>
              <c:numCache>
                <c:formatCode>General</c:formatCode>
                <c:ptCount val="1"/>
                <c:pt idx="0">
                  <c:v>0</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Sheet1!$A$2:$A$2</c:f>
              <c:multiLvlStrCache>
                <c:ptCount val="1"/>
                <c:lvl>
                  <c:pt idx="0">
                    <c:v>.</c:v>
                  </c:pt>
                </c:lvl>
              </c:multiLvlStrCache>
            </c:multiLvlStrRef>
          </c:cat>
          <c:val>
            <c:numRef>
              <c:f>Sheet1!$B$2:$B$2</c:f>
              <c:numCache>
                <c:formatCode>General</c:formatCode>
                <c:ptCount val="1"/>
                <c:pt idx="0">
                  <c:v>0</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4632" cy="194767"/>
          </a:xfrm>
          <a:prstGeom prst="rect">
            <a:avLst/>
          </a:prstGeom>
        </p:spPr>
      </p:pic>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5036396"/>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462137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3566160" y="1554480"/>
            <a:ext cx="2377440" cy="462137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6126480" y="1554480"/>
            <a:ext cx="2377440" cy="462137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6" name="Text 4"/>
          <p:cNvSpPr/>
          <p:nvPr/>
        </p:nvSpPr>
        <p:spPr>
          <a:xfrm>
            <a:off x="8686800" y="1554480"/>
            <a:ext cx="2377440" cy="462137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dc:title>
  <dc:subject>PptxGenJS Presentation</dc:subject>
  <dc:creator>kpmg-slidegen</dc:creator>
  <cp:lastModifiedBy>kpmg-slidegen</cp:lastModifiedBy>
  <cp:revision>1</cp:revision>
  <dcterms:created xsi:type="dcterms:W3CDTF">2026-02-19T23:14:46Z</dcterms:created>
  <dcterms:modified xsi:type="dcterms:W3CDTF">2026-02-19T23:14:46Z</dcterms:modified>
</cp:coreProperties>
</file>