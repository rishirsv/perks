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651fb50a-8bc7-d80b-9a5d-a6eae3418b30}">
          <p14:sldIdLst/>
        </p14:section>
        <p14:section name="Default-1" id="{4a455aa0-efe3-b9d2-223a-8851598de12c}">
          <p14:sldIdLst>
            <p14:sldId id="259"/>
            <p14:sldId id="260"/>
            <p14:sldId id="261"/>
            <p14:sldId id="262"/>
            <p14:sldId id="263"/>
            <p14:sldId id="264"/>
            <p14:sldId id="265"/>
            <p14:sldId id="266"/>
            <p14:sldId id="267"/>
            <p14:sldId id="268"/>
            <p14:sldId id="269"/>
          </p14:sldIdLst>
        </p14:section>
        <p14:section name="Quality of Earnings and Summary Scaffold" id="{f98184ef-c754-1222-586f-5fb3a8eda2d6}">
          <p14:sldIdLst/>
        </p14:section>
        <p14:section name="Default-2" id="{4bedc805-ffc7-974b-9750-8f6de5f5f804}">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2026-02-20T00:49:53Z</dcterms:created>
  <dcterms:modified xsi:type="dcterms:W3CDTF">2026-02-20T00:49:53Z</dcterms:modified>
</cp:coreProperties>
</file>