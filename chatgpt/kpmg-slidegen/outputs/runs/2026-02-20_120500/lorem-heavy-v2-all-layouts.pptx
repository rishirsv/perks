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350a5b59-c47c-5cb2-b380-87759db1b84e}">
          <p14:sldIdLst/>
        </p14:section>
        <p14:section name="Default-1" id="{80599962-6f71-2208-40c1-5cac87307734}">
          <p14:sldIdLst>
            <p14:sldId id="257"/>
            <p14:sldId id="258"/>
            <p14:sldId id="259"/>
            <p14:sldId id="260"/>
            <p14:sldId id="261"/>
            <p14:sldId id="262"/>
            <p14:sldId id="263"/>
            <p14:sldId id="264"/>
            <p14:sldId id="265"/>
            <p14:sldId id="266"/>
            <p14:sldId id="267"/>
          </p14:sldIdLst>
        </p14:section>
        <p14:section name="Quality of Earnings and Summary Scaffold" id="{fbb25740-2374-8279-fee6-174722a69997}">
          <p14:sldIdLst/>
        </p14:section>
        <p14:section name="Default-2" id="{da9897b2-cebc-1962-1a69-25106758b164}">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pptx-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(v2 all layouts)</dc:title>
  <dc:subject>Layout and overflow stress-test using placeholder prose</dc:subject>
  <dc:creator>kpmg-slidegen</dc:creator>
  <cp:lastModifiedBy>kpmg-slidegen</cp:lastModifiedBy>
  <cp:revision>1</cp:revision>
  <dcterms:created xsi:type="dcterms:W3CDTF">2026-02-20T00:15:32Z</dcterms:created>
  <dcterms:modified xsi:type="dcterms:W3CDTF">2026-02-20T00:15:32Z</dcterms:modified>
</cp:coreProperties>
</file>