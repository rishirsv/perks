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5553fc4c-95be-ef3a-27b1-19d47e5a4de4}">
          <p14:sldIdLst/>
        </p14:section>
        <p14:section name="Default-1" id="{a4bdf399-efda-2245-eab6-3a472356eb5a}">
          <p14:sldIdLst>
            <p14:sldId id="257"/>
          </p14:sldIdLst>
        </p14:section>
        <p14:section name="." id="{ec805c7f-b78a-44ce-2bbc-9a2d66c74c57}">
          <p14:sldIdLst/>
        </p14:section>
        <p14:section name="Default-2" id="{9f7a49d0-b1ac-29e5-d603-1bd1103182e6}">
          <p14:sldIdLst>
            <p14:sldId id="258"/>
          </p14:sldIdLst>
        </p14:section>
        <p14:section name="." id="{6548985a-1169-c54b-fc6e-d7d39d5a0e44}">
          <p14:sldIdLst/>
        </p14:section>
        <p14:section name="Default-3" id="{ee1b3d56-1273-4a69-89e2-dbcd3279dc62}">
          <p14:sldIdLst>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2026-02-20T00:21:42Z</dcterms:created>
  <dcterms:modified xsi:type="dcterms:W3CDTF">2026-02-20T00:21:42Z</dcterms:modified>
</cp:coreProperties>
</file>