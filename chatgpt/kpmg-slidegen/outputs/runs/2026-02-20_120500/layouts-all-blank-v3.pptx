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rk Divider" id="{89d6dbc3-719b-c3c6-d0dc-78bf9623906a}">
          <p14:sldIdLst/>
        </p14:section>
        <p14:section name="Default-1" id="{84ebc6be-e93f-2701-afbf-864f6ed52bff}">
          <p14:sldIdLst>
            <p14:sldId id="258"/>
          </p14:sldIdLst>
        </p14:section>
        <p14:section name="Dark Divider" id="{a1dea24f-2745-5fc9-e236-e67a3903fe2b}">
          <p14:sldIdLst/>
        </p14:section>
        <p14:section name="Default-2" id="{577d0033-f63c-626d-f780-0274c01c46f3}">
          <p14:sldIdLst>
            <p14:sldId id="259"/>
          </p14:sldIdLst>
        </p14:section>
        <p14:section name="Light Divider" id="{afb5c1a5-40f8-070b-799e-5afde49a1193}">
          <p14:sldIdLst/>
        </p14:section>
        <p14:section name="Default-3" id="{c7153d2c-ed82-30b3-817b-a83f8f691f8e}">
          <p14:sldIdLst>
            <p14:sldId id="260"/>
            <p14:sldId id="261"/>
            <p14:sldId id="262"/>
            <p14:sldId id="263"/>
            <p14:sldId id="264"/>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effectLst/>
          </c:spPr>
          <c:invertIfNegative val="0"/>
          <c:dLbls>
            <c:numFmt formatCode="#,##0" sourceLinked="0"/>
            <c:spPr>
              <a:solidFill>
                <a:srgbClr val="00338D"/>
              </a:solidFill>
            </c:spPr>
            <c:txPr>
              <a:bodyPr/>
              <a:lstStyle/>
              <a:p>
                <a:pPr>
                  <a:defRPr b="0" i="0" strike="noStrike" sz="1200" u="none">
                    <a:solidFill>
                      <a:srgbClr val="FFFFFF"/>
                    </a:solidFill>
                    <a:latin typeface="Arial"/>
                  </a:defRPr>
                </a:pPr>
              </a:p>
            </c:txPr>
            <c:dLblPos val="inEnd"/>
            <c:showLegendKey val="0"/>
            <c:showVal val="1"/>
            <c:showCatName val="0"/>
            <c:showSerName val="0"/>
            <c:showPercent val="0"/>
            <c:showBubbleSize val="0"/>
            <c:showLeaderLines val="0"/>
          </c:dLbls>
          <c:dPt>
            <c:idx val="0"/>
            <c:invertIfNegative val="0"/>
            <c:bubble3D val="0"/>
            <c:spPr>
              <a:solidFill>
                <a:srgbClr val="00338D"/>
              </a:solidFill>
              <a:effectLst/>
            </c:spPr>
          </c:dPt>
          <c:dPt>
            <c:idx val="1"/>
            <c:invertIfNegative val="0"/>
            <c:bubble3D val="0"/>
            <c:spPr>
              <a:solidFill>
                <a:srgbClr val="1E49E2"/>
              </a:solidFill>
              <a:effectLst/>
            </c:spPr>
          </c:dPt>
          <c:dPt>
            <c:idx val="2"/>
            <c:invertIfNegative val="0"/>
            <c:bubble3D val="0"/>
            <c:spPr>
              <a:solidFill>
                <a:srgbClr val="00B8F5"/>
              </a:solidFill>
              <a:effectLst/>
            </c:spPr>
          </c:dPt>
          <c:dPt>
            <c:idx val="3"/>
            <c:invertIfNegative val="0"/>
            <c:bubble3D val="0"/>
            <c:spPr>
              <a:solidFill>
                <a:srgbClr val="7213EA"/>
              </a:solidFill>
              <a:effectLst/>
            </c:spPr>
          </c:dPt>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12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6"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7"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7.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5782" y="431597"/>
            <a:ext cx="2743200" cy="566928"/>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3-25)</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Business overview</a:t>
            </a:r>
            <a:endParaRPr lang="en-US" sz="900" dirty="0"/>
          </a:p>
          <a:p>
            <a:pPr indent="0" marL="0">
              <a:buNone/>
            </a:pPr>
            <a:r>
              <a:rPr lang="en-US" sz="900" dirty="0">
                <a:solidFill>
                  <a:srgbClr val="000000"/>
                </a:solidFill>
                <a:latin typeface="Arial" pitchFamily="34" charset="0"/>
                <a:ea typeface="Arial" pitchFamily="34" charset="-122"/>
                <a:cs typeface="Arial" pitchFamily="34" charset="-120"/>
              </a:rPr>
              <a:t>Summary financials</a:t>
            </a:r>
            <a:endParaRPr lang="en-US" sz="9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Historical trading</a:t>
            </a:r>
            <a:endParaRPr lang="en-US" sz="1200" dirty="0"/>
          </a:p>
        </p:txBody>
      </p:sp>
      <p:sp>
        <p:nvSpPr>
          <p:cNvPr id="11" name="Text 9"/>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26-35)</a:t>
            </a:r>
            <a:endParaRPr lang="en-US" sz="1000" dirty="0"/>
          </a:p>
        </p:txBody>
      </p:sp>
      <p:sp>
        <p:nvSpPr>
          <p:cNvPr id="12" name="Text 10"/>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Profit &amp; loss overview</a:t>
            </a:r>
            <a:endParaRPr lang="en-US" sz="900" dirty="0"/>
          </a:p>
          <a:p>
            <a:pPr indent="0" marL="0">
              <a:buNone/>
            </a:pPr>
            <a:r>
              <a:rPr lang="en-US" sz="900" dirty="0">
                <a:solidFill>
                  <a:srgbClr val="000000"/>
                </a:solidFill>
                <a:latin typeface="Arial" pitchFamily="34" charset="0"/>
                <a:ea typeface="Arial" pitchFamily="34" charset="-122"/>
                <a:cs typeface="Arial" pitchFamily="34" charset="-120"/>
              </a:rPr>
              <a:t>Quality of earnings</a:t>
            </a:r>
            <a:endParaRPr lang="en-US" sz="900" dirty="0"/>
          </a:p>
        </p:txBody>
      </p:sp>
      <p:sp>
        <p:nvSpPr>
          <p:cNvPr id="13" name="Text 11"/>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4" name="Shape 12"/>
          <p:cNvSpPr/>
          <p:nvPr/>
        </p:nvSpPr>
        <p:spPr>
          <a:xfrm>
            <a:off x="5140940" y="1737360"/>
            <a:ext cx="502920" cy="0"/>
          </a:xfrm>
          <a:prstGeom prst="line">
            <a:avLst/>
          </a:prstGeom>
          <a:noFill/>
          <a:ln w="12700">
            <a:solidFill>
              <a:srgbClr val="00338D"/>
            </a:solidFill>
            <a:prstDash val="solid"/>
          </a:ln>
        </p:spPr>
      </p:sp>
      <p:sp>
        <p:nvSpPr>
          <p:cNvPr id="15" name="Text 13"/>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Forecast trading</a:t>
            </a:r>
            <a:endParaRPr lang="en-US" sz="1200" dirty="0"/>
          </a:p>
        </p:txBody>
      </p:sp>
      <p:sp>
        <p:nvSpPr>
          <p:cNvPr id="16" name="Text 14"/>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36-43)</a:t>
            </a:r>
            <a:endParaRPr lang="en-US" sz="1000" dirty="0"/>
          </a:p>
        </p:txBody>
      </p:sp>
      <p:sp>
        <p:nvSpPr>
          <p:cNvPr id="17" name="Text 15"/>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Forecast overview</a:t>
            </a:r>
            <a:endParaRPr lang="en-US" sz="900" dirty="0"/>
          </a:p>
        </p:txBody>
      </p:sp>
      <p:sp>
        <p:nvSpPr>
          <p:cNvPr id="18" name="Text 16"/>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9" name="Shape 17"/>
          <p:cNvSpPr/>
          <p:nvPr/>
        </p:nvSpPr>
        <p:spPr>
          <a:xfrm>
            <a:off x="7213519" y="1737360"/>
            <a:ext cx="502920" cy="0"/>
          </a:xfrm>
          <a:prstGeom prst="line">
            <a:avLst/>
          </a:prstGeom>
          <a:noFill/>
          <a:ln w="12700">
            <a:solidFill>
              <a:srgbClr val="00338D"/>
            </a:solidFill>
            <a:prstDash val="solid"/>
          </a:ln>
        </p:spPr>
      </p:sp>
      <p:sp>
        <p:nvSpPr>
          <p:cNvPr id="20" name="Text 18"/>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Balance sheet</a:t>
            </a:r>
            <a:endParaRPr lang="en-US" sz="1200" dirty="0"/>
          </a:p>
        </p:txBody>
      </p:sp>
      <p:sp>
        <p:nvSpPr>
          <p:cNvPr id="21" name="Text 19"/>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44-48)</a:t>
            </a:r>
            <a:endParaRPr lang="en-US" sz="1000" dirty="0"/>
          </a:p>
        </p:txBody>
      </p:sp>
      <p:sp>
        <p:nvSpPr>
          <p:cNvPr id="22" name="Text 20"/>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Balance sheet overview</a:t>
            </a:r>
            <a:endParaRPr lang="en-US" sz="900" dirty="0"/>
          </a:p>
        </p:txBody>
      </p:sp>
      <p:sp>
        <p:nvSpPr>
          <p:cNvPr id="23" name="Text 21"/>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4" name="Shape 22"/>
          <p:cNvSpPr/>
          <p:nvPr/>
        </p:nvSpPr>
        <p:spPr>
          <a:xfrm>
            <a:off x="9286098" y="1737360"/>
            <a:ext cx="502920" cy="0"/>
          </a:xfrm>
          <a:prstGeom prst="line">
            <a:avLst/>
          </a:prstGeom>
          <a:noFill/>
          <a:ln w="12700">
            <a:solidFill>
              <a:srgbClr val="00338D"/>
            </a:solidFill>
            <a:prstDash val="solid"/>
          </a:ln>
        </p:spPr>
      </p:sp>
      <p:sp>
        <p:nvSpPr>
          <p:cNvPr id="25" name="Text 23"/>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Cash flows</a:t>
            </a:r>
            <a:endParaRPr lang="en-US" sz="1200" dirty="0"/>
          </a:p>
        </p:txBody>
      </p:sp>
      <p:sp>
        <p:nvSpPr>
          <p:cNvPr id="26" name="Text 24"/>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49-50)</a:t>
            </a:r>
            <a:endParaRPr lang="en-US" sz="1000" dirty="0"/>
          </a:p>
        </p:txBody>
      </p:sp>
      <p:sp>
        <p:nvSpPr>
          <p:cNvPr id="27" name="Text 25"/>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Operating cash flows</a:t>
            </a:r>
            <a:endParaRPr lang="en-US" sz="900" dirty="0"/>
          </a:p>
        </p:txBody>
      </p:sp>
      <p:sp>
        <p:nvSpPr>
          <p:cNvPr id="28" name="Text 26"/>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9" name="Shape 27"/>
          <p:cNvSpPr/>
          <p:nvPr/>
        </p:nvSpPr>
        <p:spPr>
          <a:xfrm>
            <a:off x="995782" y="4169664"/>
            <a:ext cx="502920" cy="0"/>
          </a:xfrm>
          <a:prstGeom prst="line">
            <a:avLst/>
          </a:prstGeom>
          <a:noFill/>
          <a:ln w="12700">
            <a:solidFill>
              <a:srgbClr val="00338D"/>
            </a:solidFill>
            <a:prstDash val="solid"/>
          </a:ln>
        </p:spPr>
      </p:sp>
      <p:sp>
        <p:nvSpPr>
          <p:cNvPr id="30" name="Text 28"/>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Reporting</a:t>
            </a:r>
            <a:endParaRPr lang="en-US" sz="1200" dirty="0"/>
          </a:p>
        </p:txBody>
      </p:sp>
      <p:sp>
        <p:nvSpPr>
          <p:cNvPr id="31" name="Text 29"/>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51-53)</a:t>
            </a:r>
            <a:endParaRPr lang="en-US" sz="1000" dirty="0"/>
          </a:p>
        </p:txBody>
      </p:sp>
      <p:sp>
        <p:nvSpPr>
          <p:cNvPr id="32" name="Text 30"/>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Reporting environment</a:t>
            </a:r>
            <a:endParaRPr lang="en-US" sz="900" dirty="0"/>
          </a:p>
        </p:txBody>
      </p:sp>
      <p:sp>
        <p:nvSpPr>
          <p:cNvPr id="33" name="Text 31"/>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34" name="Shape 32"/>
          <p:cNvSpPr/>
          <p:nvPr/>
        </p:nvSpPr>
        <p:spPr>
          <a:xfrm>
            <a:off x="3068361" y="4169664"/>
            <a:ext cx="502920" cy="0"/>
          </a:xfrm>
          <a:prstGeom prst="line">
            <a:avLst/>
          </a:prstGeom>
          <a:noFill/>
          <a:ln w="12700">
            <a:solidFill>
              <a:srgbClr val="00338D"/>
            </a:solidFill>
            <a:prstDash val="solid"/>
          </a:ln>
        </p:spPr>
      </p:sp>
      <p:sp>
        <p:nvSpPr>
          <p:cNvPr id="35" name="Text 33"/>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Value creation</a:t>
            </a:r>
            <a:endParaRPr lang="en-US" sz="1200" dirty="0"/>
          </a:p>
        </p:txBody>
      </p:sp>
      <p:sp>
        <p:nvSpPr>
          <p:cNvPr id="36" name="Text 34"/>
          <p:cNvSpPr/>
          <p:nvPr/>
        </p:nvSpPr>
        <p:spPr>
          <a:xfrm>
            <a:off x="3068361"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54-60)</a:t>
            </a:r>
            <a:endParaRPr lang="en-US" sz="1000" dirty="0"/>
          </a:p>
        </p:txBody>
      </p:sp>
      <p:sp>
        <p:nvSpPr>
          <p:cNvPr id="37" name="Text 35"/>
          <p:cNvSpPr/>
          <p:nvPr/>
        </p:nvSpPr>
        <p:spPr>
          <a:xfrm>
            <a:off x="3068361"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Financial benchmarking</a:t>
            </a:r>
            <a:endParaRPr lang="en-US" sz="900" dirty="0"/>
          </a:p>
        </p:txBody>
      </p:sp>
      <p:sp>
        <p:nvSpPr>
          <p:cNvPr id="38" name="Text 36"/>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9" name="Shape 37"/>
          <p:cNvSpPr/>
          <p:nvPr/>
        </p:nvSpPr>
        <p:spPr>
          <a:xfrm>
            <a:off x="5140940" y="4169664"/>
            <a:ext cx="502920" cy="0"/>
          </a:xfrm>
          <a:prstGeom prst="line">
            <a:avLst/>
          </a:prstGeom>
          <a:noFill/>
          <a:ln w="12700">
            <a:solidFill>
              <a:srgbClr val="00338D"/>
            </a:solidFill>
            <a:prstDash val="solid"/>
          </a:ln>
        </p:spPr>
      </p:sp>
      <p:sp>
        <p:nvSpPr>
          <p:cNvPr id="40" name="Text 38"/>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Pre-Deal PPA</a:t>
            </a:r>
            <a:endParaRPr lang="en-US" sz="1200" dirty="0"/>
          </a:p>
        </p:txBody>
      </p:sp>
      <p:sp>
        <p:nvSpPr>
          <p:cNvPr id="41" name="Text 39"/>
          <p:cNvSpPr/>
          <p:nvPr/>
        </p:nvSpPr>
        <p:spPr>
          <a:xfrm>
            <a:off x="5140940"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61-65)</a:t>
            </a:r>
            <a:endParaRPr lang="en-US" sz="1000" dirty="0"/>
          </a:p>
        </p:txBody>
      </p:sp>
      <p:sp>
        <p:nvSpPr>
          <p:cNvPr id="42" name="Text 40"/>
          <p:cNvSpPr/>
          <p:nvPr/>
        </p:nvSpPr>
        <p:spPr>
          <a:xfrm>
            <a:off x="5140940"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Methodology &amp; procedures</a:t>
            </a:r>
            <a:endParaRPr lang="en-US" sz="900" dirty="0"/>
          </a:p>
        </p:txBody>
      </p:sp>
      <p:sp>
        <p:nvSpPr>
          <p:cNvPr id="43" name="Text 41"/>
          <p:cNvSpPr/>
          <p:nvPr/>
        </p:nvSpPr>
        <p:spPr>
          <a:xfrm>
            <a:off x="7213519"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09</a:t>
            </a:r>
            <a:endParaRPr lang="en-US" sz="3400" dirty="0"/>
          </a:p>
        </p:txBody>
      </p:sp>
      <p:sp>
        <p:nvSpPr>
          <p:cNvPr id="44" name="Shape 42"/>
          <p:cNvSpPr/>
          <p:nvPr/>
        </p:nvSpPr>
        <p:spPr>
          <a:xfrm>
            <a:off x="7213519" y="4169664"/>
            <a:ext cx="502920" cy="0"/>
          </a:xfrm>
          <a:prstGeom prst="line">
            <a:avLst/>
          </a:prstGeom>
          <a:noFill/>
          <a:ln w="12700">
            <a:solidFill>
              <a:srgbClr val="00338D"/>
            </a:solidFill>
            <a:prstDash val="solid"/>
          </a:ln>
        </p:spPr>
      </p:sp>
      <p:sp>
        <p:nvSpPr>
          <p:cNvPr id="45" name="Text 43"/>
          <p:cNvSpPr/>
          <p:nvPr/>
        </p:nvSpPr>
        <p:spPr>
          <a:xfrm>
            <a:off x="7213519"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Taxation</a:t>
            </a:r>
            <a:endParaRPr lang="en-US" sz="1200" dirty="0"/>
          </a:p>
        </p:txBody>
      </p:sp>
      <p:sp>
        <p:nvSpPr>
          <p:cNvPr id="46" name="Text 44"/>
          <p:cNvSpPr/>
          <p:nvPr/>
        </p:nvSpPr>
        <p:spPr>
          <a:xfrm>
            <a:off x="7213519"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66-68)</a:t>
            </a:r>
            <a:endParaRPr lang="en-US" sz="1000" dirty="0"/>
          </a:p>
        </p:txBody>
      </p:sp>
      <p:sp>
        <p:nvSpPr>
          <p:cNvPr id="47" name="Text 45"/>
          <p:cNvSpPr/>
          <p:nvPr/>
        </p:nvSpPr>
        <p:spPr>
          <a:xfrm>
            <a:off x="7213519"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Add title</a:t>
            </a:r>
            <a:endParaRPr lang="en-US" sz="900" dirty="0"/>
          </a:p>
        </p:txBody>
      </p:sp>
      <p:sp>
        <p:nvSpPr>
          <p:cNvPr id="48" name="Text 46"/>
          <p:cNvSpPr/>
          <p:nvPr/>
        </p:nvSpPr>
        <p:spPr>
          <a:xfrm>
            <a:off x="9286098"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10</a:t>
            </a:r>
            <a:endParaRPr lang="en-US" sz="3400" dirty="0"/>
          </a:p>
        </p:txBody>
      </p:sp>
      <p:sp>
        <p:nvSpPr>
          <p:cNvPr id="49" name="Shape 47"/>
          <p:cNvSpPr/>
          <p:nvPr/>
        </p:nvSpPr>
        <p:spPr>
          <a:xfrm>
            <a:off x="9286098" y="4169664"/>
            <a:ext cx="502920" cy="0"/>
          </a:xfrm>
          <a:prstGeom prst="line">
            <a:avLst/>
          </a:prstGeom>
          <a:noFill/>
          <a:ln w="12700">
            <a:solidFill>
              <a:srgbClr val="00338D"/>
            </a:solidFill>
            <a:prstDash val="solid"/>
          </a:ln>
        </p:spPr>
      </p:sp>
      <p:sp>
        <p:nvSpPr>
          <p:cNvPr id="50" name="Text 48"/>
          <p:cNvSpPr/>
          <p:nvPr/>
        </p:nvSpPr>
        <p:spPr>
          <a:xfrm>
            <a:off x="9286098"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Appendices</a:t>
            </a:r>
            <a:endParaRPr lang="en-US" sz="1200" dirty="0"/>
          </a:p>
        </p:txBody>
      </p:sp>
      <p:sp>
        <p:nvSpPr>
          <p:cNvPr id="51" name="Text 49"/>
          <p:cNvSpPr/>
          <p:nvPr/>
        </p:nvSpPr>
        <p:spPr>
          <a:xfrm>
            <a:off x="9286098"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69-77)</a:t>
            </a:r>
            <a:endParaRPr lang="en-US" sz="1000" dirty="0"/>
          </a:p>
        </p:txBody>
      </p:sp>
      <p:sp>
        <p:nvSpPr>
          <p:cNvPr id="52" name="Text 50"/>
          <p:cNvSpPr/>
          <p:nvPr/>
        </p:nvSpPr>
        <p:spPr>
          <a:xfrm>
            <a:off x="9286098"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Engagement appendices</a:t>
            </a:r>
            <a:endParaRPr lang="en-US" sz="900" dirty="0"/>
          </a:p>
        </p:txBody>
      </p:sp>
      <p:sp>
        <p:nvSpPr>
          <p:cNvPr id="53" name="Text 51"/>
          <p:cNvSpPr/>
          <p:nvPr/>
        </p:nvSpPr>
        <p:spPr>
          <a:xfrm>
            <a:off x="10607040" y="475488"/>
            <a:ext cx="640080"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Glossary</a:t>
            </a:r>
            <a:endParaRPr lang="en-US" sz="1000" dirty="0"/>
          </a:p>
        </p:txBody>
      </p:sp>
      <p:sp>
        <p:nvSpPr>
          <p:cNvPr id="54" name="Text 52"/>
          <p:cNvSpPr/>
          <p:nvPr/>
        </p:nvSpPr>
        <p:spPr>
          <a:xfrm>
            <a:off x="10451592" y="786384"/>
            <a:ext cx="795528"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KPMG contacts</a:t>
            </a:r>
            <a:endParaRPr lang="en-US" sz="1000" dirty="0"/>
          </a:p>
        </p:txBody>
      </p:sp>
      <p:sp>
        <p:nvSpPr>
          <p:cNvPr id="55" name="Text 5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Dark Divider</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Dark Divider</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Light Divider</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&amp; loss overview</a:t>
            </a:r>
            <a:endParaRPr lang="en-US" sz="3200" dirty="0"/>
          </a:p>
        </p:txBody>
      </p:sp>
      <p:sp>
        <p:nvSpPr>
          <p:cNvPr id="3" name="Shape 1"/>
          <p:cNvSpPr/>
          <p:nvPr/>
        </p:nvSpPr>
        <p:spPr>
          <a:xfrm>
            <a:off x="995782" y="1179576"/>
            <a:ext cx="7587691" cy="482803"/>
          </a:xfrm>
          <a:prstGeom prst="rect">
            <a:avLst/>
          </a:prstGeom>
          <a:solidFill>
            <a:srgbClr val="FFFFFF">
              <a:alpha val="0"/>
            </a:srgbClr>
          </a:solidFill>
          <a:ln w="12700">
            <a:solidFill>
              <a:srgbClr val="9E9E9E"/>
            </a:solidFill>
            <a:prstDash val="solid"/>
          </a:ln>
        </p:spPr>
      </p:sp>
      <p:sp>
        <p:nvSpPr>
          <p:cNvPr id="4" name="Text 2"/>
          <p:cNvSpPr/>
          <p:nvPr/>
        </p:nvSpPr>
        <p:spPr>
          <a:xfrm>
            <a:off x="995782" y="1179576"/>
            <a:ext cx="7587691" cy="482803"/>
          </a:xfrm>
          <a:prstGeom prst="rect">
            <a:avLst/>
          </a:prstGeom>
          <a:noFill/>
          <a:ln/>
        </p:spPr>
        <p:txBody>
          <a:bodyPr wrap="square" lIns="46800" tIns="72000" rIns="90000" bIns="46800" rtlCol="0" anchor="t"/>
          <a:lstStyle/>
          <a:p>
            <a:pPr indent="0" marL="0">
              <a:buNone/>
            </a:pPr>
            <a:r>
              <a:rPr lang="en-US" sz="900" b="1" dirty="0">
                <a:solidFill>
                  <a:srgbClr val="1E49E2"/>
                </a:solidFill>
                <a:latin typeface="Arial" pitchFamily="34" charset="0"/>
                <a:ea typeface="Arial" pitchFamily="34" charset="-122"/>
                <a:cs typeface="Arial" pitchFamily="34" charset="-120"/>
              </a:rPr>
              <a:t>Use this strapline to summarize the key message.</a:t>
            </a:r>
            <a:endParaRPr lang="en-US" sz="900" dirty="0"/>
          </a:p>
        </p:txBody>
      </p:sp>
      <p:graphicFrame>
        <p:nvGraphicFramePr>
          <p:cNvPr id="5" name="Chart 0" descr=""/>
          <p:cNvGraphicFramePr/>
          <p:nvPr/>
        </p:nvGraphicFramePr>
        <p:xfrm>
          <a:off x="8717890" y="984809"/>
          <a:ext cx="2475281" cy="678485"/>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95782" y="1751990"/>
          <a:ext cx="3690518" cy="4122115"/>
        </p:xfrm>
        <a:graphic>
          <a:graphicData uri="http://schemas.openxmlformats.org/drawingml/2006/table">
            <a:tbl>
              <a:tblPr/>
              <a:tblGrid>
                <a:gridCol w="1845259"/>
                <a:gridCol w="1845259"/>
              </a:tblGrid>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7" name="Shape 3"/>
          <p:cNvSpPr/>
          <p:nvPr/>
        </p:nvSpPr>
        <p:spPr>
          <a:xfrm>
            <a:off x="4817059" y="1751990"/>
            <a:ext cx="6378854" cy="252374"/>
          </a:xfrm>
          <a:prstGeom prst="rect">
            <a:avLst/>
          </a:prstGeom>
          <a:solidFill>
            <a:srgbClr val="00338D"/>
          </a:solidFill>
          <a:ln w="12700">
            <a:solidFill>
              <a:srgbClr val="00338D"/>
            </a:solidFill>
            <a:prstDash val="solid"/>
          </a:ln>
        </p:spPr>
      </p:sp>
      <p:sp>
        <p:nvSpPr>
          <p:cNvPr id="8" name="Text 4"/>
          <p:cNvSpPr/>
          <p:nvPr/>
        </p:nvSpPr>
        <p:spPr>
          <a:xfrm>
            <a:off x="4890211" y="1751990"/>
            <a:ext cx="6232550" cy="25237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Click to add the heading</a:t>
            </a:r>
            <a:endParaRPr lang="en-US" sz="1200" dirty="0"/>
          </a:p>
        </p:txBody>
      </p:sp>
      <p:sp>
        <p:nvSpPr>
          <p:cNvPr id="9" name="Shape 5"/>
          <p:cNvSpPr/>
          <p:nvPr/>
        </p:nvSpPr>
        <p:spPr>
          <a:xfrm>
            <a:off x="4817059" y="2003450"/>
            <a:ext cx="6377940" cy="3869741"/>
          </a:xfrm>
          <a:prstGeom prst="rect">
            <a:avLst/>
          </a:prstGeom>
          <a:solidFill>
            <a:srgbClr val="FFFFFF">
              <a:alpha val="0"/>
            </a:srgbClr>
          </a:solidFill>
          <a:ln w="12700">
            <a:solidFill>
              <a:srgbClr val="9E9E9E"/>
            </a:solidFill>
            <a:prstDash val="solid"/>
          </a:ln>
        </p:spPr>
      </p:sp>
      <p:sp>
        <p:nvSpPr>
          <p:cNvPr id="10" name="Text 6"/>
          <p:cNvSpPr/>
          <p:nvPr/>
        </p:nvSpPr>
        <p:spPr>
          <a:xfrm>
            <a:off x="4817059" y="2003450"/>
            <a:ext cx="6377940" cy="3869741"/>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text here</a:t>
            </a:r>
            <a:endParaRPr lang="en-US" sz="900" dirty="0"/>
          </a:p>
        </p:txBody>
      </p:sp>
      <p:sp>
        <p:nvSpPr>
          <p:cNvPr id="11" name="Text 7"/>
          <p:cNvSpPr/>
          <p:nvPr/>
        </p:nvSpPr>
        <p:spPr>
          <a:xfrm>
            <a:off x="994867" y="5907024"/>
            <a:ext cx="3599993" cy="210312"/>
          </a:xfrm>
          <a:prstGeom prst="rect">
            <a:avLst/>
          </a:prstGeom>
          <a:noFill/>
          <a:ln/>
        </p:spPr>
        <p:txBody>
          <a:bodyPr wrap="square" lIns="0" tIns="0" rIns="0" bIns="0" rtlCol="0" anchor="t"/>
          <a:lstStyle/>
          <a:p>
            <a:pPr indent="0" marL="0">
              <a:buNone/>
            </a:pPr>
            <a:r>
              <a:rPr lang="en-US" sz="600" b="1" dirty="0">
                <a:solidFill>
                  <a:srgbClr val="00338D"/>
                </a:solidFill>
                <a:latin typeface="Arial" pitchFamily="34" charset="0"/>
                <a:ea typeface="Arial" pitchFamily="34" charset="-122"/>
                <a:cs typeface="Arial" pitchFamily="34" charset="-120"/>
              </a:rPr>
              <a:t>Note: [...]\nSource: [...]</a:t>
            </a:r>
            <a:endParaRPr lang="en-US" sz="600" dirty="0"/>
          </a:p>
        </p:txBody>
      </p:sp>
      <p:sp>
        <p:nvSpPr>
          <p:cNvPr id="12"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Shape 1"/>
          <p:cNvSpPr/>
          <p:nvPr/>
        </p:nvSpPr>
        <p:spPr>
          <a:xfrm>
            <a:off x="998433" y="1554480"/>
            <a:ext cx="2194560" cy="1005840"/>
          </a:xfrm>
          <a:prstGeom prst="roundRect">
            <a:avLst>
              <a:gd name="adj" fmla="val 5455"/>
            </a:avLst>
          </a:prstGeom>
          <a:solidFill>
            <a:srgbClr val="00338D"/>
          </a:solidFill>
          <a:ln/>
        </p:spPr>
      </p:sp>
      <p:sp>
        <p:nvSpPr>
          <p:cNvPr id="4" name="Text 2"/>
          <p:cNvSpPr/>
          <p:nvPr/>
        </p:nvSpPr>
        <p:spPr>
          <a:xfrm>
            <a:off x="1044153"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044153"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6" name="Text 4"/>
          <p:cNvSpPr/>
          <p:nvPr/>
        </p:nvSpPr>
        <p:spPr>
          <a:xfrm>
            <a:off x="1044153"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sp>
        <p:nvSpPr>
          <p:cNvPr id="7" name="Shape 5"/>
          <p:cNvSpPr/>
          <p:nvPr/>
        </p:nvSpPr>
        <p:spPr>
          <a:xfrm>
            <a:off x="3337560" y="1554480"/>
            <a:ext cx="2194560" cy="1005840"/>
          </a:xfrm>
          <a:prstGeom prst="roundRect">
            <a:avLst>
              <a:gd name="adj" fmla="val 5455"/>
            </a:avLst>
          </a:prstGeom>
          <a:solidFill>
            <a:srgbClr val="1E49E2"/>
          </a:solidFill>
          <a:ln/>
        </p:spPr>
      </p:sp>
      <p:sp>
        <p:nvSpPr>
          <p:cNvPr id="8" name="Text 6"/>
          <p:cNvSpPr/>
          <p:nvPr/>
        </p:nvSpPr>
        <p:spPr>
          <a:xfrm>
            <a:off x="3383280"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3383280"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10" name="Text 8"/>
          <p:cNvSpPr/>
          <p:nvPr/>
        </p:nvSpPr>
        <p:spPr>
          <a:xfrm>
            <a:off x="3383280"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sp>
        <p:nvSpPr>
          <p:cNvPr id="11" name="Shape 9"/>
          <p:cNvSpPr/>
          <p:nvPr/>
        </p:nvSpPr>
        <p:spPr>
          <a:xfrm>
            <a:off x="5669280" y="1554480"/>
            <a:ext cx="2194560" cy="1005840"/>
          </a:xfrm>
          <a:prstGeom prst="roundRect">
            <a:avLst>
              <a:gd name="adj" fmla="val 5455"/>
            </a:avLst>
          </a:prstGeom>
          <a:solidFill>
            <a:srgbClr val="7213EA"/>
          </a:solidFill>
          <a:ln/>
        </p:spPr>
      </p:sp>
      <p:sp>
        <p:nvSpPr>
          <p:cNvPr id="12" name="Text 10"/>
          <p:cNvSpPr/>
          <p:nvPr/>
        </p:nvSpPr>
        <p:spPr>
          <a:xfrm>
            <a:off x="5715000"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5715000"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14" name="Text 12"/>
          <p:cNvSpPr/>
          <p:nvPr/>
        </p:nvSpPr>
        <p:spPr>
          <a:xfrm>
            <a:off x="5715000"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graphicFrame>
        <p:nvGraphicFramePr>
          <p:cNvPr id="15" name="Chart 0" descr=""/>
          <p:cNvGraphicFramePr/>
          <p:nvPr/>
        </p:nvGraphicFramePr>
        <p:xfrm>
          <a:off x="998433" y="2834640"/>
          <a:ext cx="10204338" cy="329184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9" name="Text 1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5120640"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graphicFrame>
        <p:nvGraphicFramePr>
          <p:cNvPr id="4" name="Chart 0" descr=""/>
          <p:cNvGraphicFramePr/>
          <p:nvPr/>
        </p:nvGraphicFramePr>
        <p:xfrm>
          <a:off x="6400800" y="1463040"/>
          <a:ext cx="480060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10204338" cy="20116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graphicFrame>
        <p:nvGraphicFramePr>
          <p:cNvPr id="4" name="Chart 0" descr=""/>
          <p:cNvGraphicFramePr/>
          <p:nvPr/>
        </p:nvGraphicFramePr>
        <p:xfrm>
          <a:off x="998433" y="3566160"/>
          <a:ext cx="10204338" cy="2609698"/>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346428"/>
                <a:gridCol w="2689968"/>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4" name="Text 1"/>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5" name="Text 2"/>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p:txBody>
      </p:sp>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7200" y="1179513"/>
            <a:ext cx="5036400" cy="46944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Text 2"/>
          <p:cNvSpPr/>
          <p:nvPr/>
        </p:nvSpPr>
        <p:spPr>
          <a:xfrm>
            <a:off x="6159600" y="1179513"/>
            <a:ext cx="5036400" cy="46944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371600"/>
            <a:ext cx="5212080" cy="48042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Text 2"/>
          <p:cNvSpPr/>
          <p:nvPr/>
        </p:nvSpPr>
        <p:spPr>
          <a:xfrm>
            <a:off x="6438748" y="1371600"/>
            <a:ext cx="4754880" cy="48042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7200" y="1179513"/>
            <a:ext cx="10195200" cy="46944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Shape 2"/>
          <p:cNvSpPr/>
          <p:nvPr/>
        </p:nvSpPr>
        <p:spPr>
          <a:xfrm>
            <a:off x="997200" y="1179513"/>
            <a:ext cx="10195200" cy="4694400"/>
          </a:xfrm>
          <a:prstGeom prst="rect">
            <a:avLst/>
          </a:prstGeom>
          <a:solidFill>
            <a:srgbClr val="A5C7E5"/>
          </a:solidFill>
          <a:ln w="12700">
            <a:solidFill>
              <a:srgbClr val="00338D"/>
            </a:solidFill>
            <a:prstDash val="solid"/>
          </a:ln>
        </p:spPr>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a:t>
            </a:r>
            <a:endParaRPr lang="en-US" sz="900" dirty="0"/>
          </a:p>
        </p:txBody>
      </p:sp>
      <p:sp>
        <p:nvSpPr>
          <p:cNvPr id="4" name="Text 2"/>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5" name="Text 3"/>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a:t>
            </a:r>
            <a:endParaRPr lang="en-US" sz="900" dirty="0"/>
          </a:p>
        </p:txBody>
      </p:sp>
      <p:sp>
        <p:nvSpPr>
          <p:cNvPr id="6" name="Text 4"/>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7" name="Text 5"/>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a:t>
            </a:r>
            <a:endParaRPr lang="en-US" sz="900" dirty="0"/>
          </a:p>
        </p:txBody>
      </p:sp>
      <p:sp>
        <p:nvSpPr>
          <p:cNvPr id="8" name="Text 6"/>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9" name="Text 7"/>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a:t>
            </a:r>
            <a:endParaRPr lang="en-US" sz="900" dirty="0"/>
          </a:p>
        </p:txBody>
      </p:sp>
      <p:sp>
        <p:nvSpPr>
          <p:cNvPr id="10" name="Text 8"/>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11" name="Text 9"/>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900" dirty="0">
                <a:solidFill>
                  <a:srgbClr val="FFFFFF"/>
                </a:solidFill>
                <a:latin typeface="Arial" pitchFamily="34" charset="0"/>
                <a:ea typeface="Arial" pitchFamily="34" charset="-122"/>
                <a:cs typeface="Arial" pitchFamily="34" charset="-120"/>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endParaRPr lang="en-US" sz="9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9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kpmg.com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Generator Layout Catalog (Blank) - kpmg-diligence</dc:title>
  <dc:subject>All available layout types with minimal placeholder content</dc:subject>
  <dc:creator>kpmg-slidegen</dc:creator>
  <cp:lastModifiedBy>kpmg-slidegen</cp:lastModifiedBy>
  <cp:revision>1</cp:revision>
  <dcterms:created xsi:type="dcterms:W3CDTF">2026-02-20T00:30:58Z</dcterms:created>
  <dcterms:modified xsi:type="dcterms:W3CDTF">2026-02-20T00:30:58Z</dcterms:modified>
</cp:coreProperties>
</file>