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1bf8bed4-e2d8-b35d-4895-c0186d4ba67f}">
          <p14:sldIdLst/>
        </p14:section>
        <p14:section name="Default-1" id="{f5497559-cabd-a827-58bb-fe59fecb0136}">
          <p14:sldIdLst>
            <p14:sldId id="257"/>
          </p14:sldIdLst>
        </p14:section>
        <p14:section name="." id="{1527c002-4ee8-3ac0-9b01-b5f6376b6156}">
          <p14:sldIdLst/>
        </p14:section>
        <p14:section name="Default-2" id="{883dc48d-5158-ecb5-3a23-07ffc2dcd45c}">
          <p14:sldIdLst>
            <p14:sldId id="258"/>
          </p14:sldIdLst>
        </p14:section>
        <p14:section name="." id="{23d93de0-3fb7-1fa4-2dc8-65c88d6eae54}">
          <p14:sldIdLst/>
        </p14:section>
        <p14:section name="Default-3" id="{8c026d82-3b73-9f1e-7ec7-86db5274ae09}">
          <p14:sldIdLst>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00338D"/>
              </a:solidFill>
              <a:effectLst/>
            </c:spPr>
          </c:dPt>
          <c:dPt>
            <c:idx val="1"/>
            <c:invertIfNegative val="0"/>
            <c:bubble3D val="0"/>
            <c:spPr>
              <a:solidFill>
                <a:srgbClr val="1E49E2"/>
              </a:solidFill>
              <a:effectLst/>
            </c:spPr>
          </c:dPt>
          <c:dPt>
            <c:idx val="2"/>
            <c:invertIfNegative val="0"/>
            <c:bubble3D val="0"/>
            <c:spPr>
              <a:solidFill>
                <a:srgbClr val="00B8F5"/>
              </a:solidFill>
              <a:effectLst/>
            </c:spPr>
          </c:dPt>
          <c:dPt>
            <c:idx val="3"/>
            <c:invertIfNegative val="0"/>
            <c:bubble3D val="0"/>
            <c:spPr>
              <a:solidFill>
                <a:srgbClr val="7213EA"/>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12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c:v>
                </c:pt>
                <c:pt idx="1">
                  <c:v>2</c:v>
                </c:pt>
                <c:pt idx="2">
                  <c:v>3</c:v>
                </c:pt>
                <c:pt idx="3">
                  <c:v>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pptx-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pptx-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8433" y="1554480"/>
            <a:ext cx="2194560" cy="1005840"/>
          </a:xfrm>
          <a:prstGeom prst="roundRect">
            <a:avLst>
              <a:gd name="adj" fmla="val 5455"/>
            </a:avLst>
          </a:prstGeom>
          <a:solidFill>
            <a:srgbClr val="00338D"/>
          </a:solidFill>
          <a:ln/>
        </p:spPr>
      </p:sp>
      <p:sp>
        <p:nvSpPr>
          <p:cNvPr id="4" name="Text 2"/>
          <p:cNvSpPr/>
          <p:nvPr/>
        </p:nvSpPr>
        <p:spPr>
          <a:xfrm>
            <a:off x="1044153"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044153"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6" name="Text 4"/>
          <p:cNvSpPr/>
          <p:nvPr/>
        </p:nvSpPr>
        <p:spPr>
          <a:xfrm>
            <a:off x="1044153"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7" name="Shape 5"/>
          <p:cNvSpPr/>
          <p:nvPr/>
        </p:nvSpPr>
        <p:spPr>
          <a:xfrm>
            <a:off x="3337560" y="1554480"/>
            <a:ext cx="2194560" cy="1005840"/>
          </a:xfrm>
          <a:prstGeom prst="roundRect">
            <a:avLst>
              <a:gd name="adj" fmla="val 5455"/>
            </a:avLst>
          </a:prstGeom>
          <a:solidFill>
            <a:srgbClr val="1E49E2"/>
          </a:solidFill>
          <a:ln/>
        </p:spPr>
      </p:sp>
      <p:sp>
        <p:nvSpPr>
          <p:cNvPr id="8" name="Text 6"/>
          <p:cNvSpPr/>
          <p:nvPr/>
        </p:nvSpPr>
        <p:spPr>
          <a:xfrm>
            <a:off x="338328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338328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0" name="Text 8"/>
          <p:cNvSpPr/>
          <p:nvPr/>
        </p:nvSpPr>
        <p:spPr>
          <a:xfrm>
            <a:off x="338328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sp>
        <p:nvSpPr>
          <p:cNvPr id="11" name="Shape 9"/>
          <p:cNvSpPr/>
          <p:nvPr/>
        </p:nvSpPr>
        <p:spPr>
          <a:xfrm>
            <a:off x="5669280" y="1554480"/>
            <a:ext cx="2194560" cy="1005840"/>
          </a:xfrm>
          <a:prstGeom prst="roundRect">
            <a:avLst>
              <a:gd name="adj" fmla="val 5455"/>
            </a:avLst>
          </a:prstGeom>
          <a:solidFill>
            <a:srgbClr val="7213EA"/>
          </a:solidFill>
          <a:ln/>
        </p:spPr>
      </p:sp>
      <p:sp>
        <p:nvSpPr>
          <p:cNvPr id="12" name="Text 10"/>
          <p:cNvSpPr/>
          <p:nvPr/>
        </p:nvSpPr>
        <p:spPr>
          <a:xfrm>
            <a:off x="5715000" y="16002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5715000" y="20775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a:t>
            </a:r>
            <a:endParaRPr lang="en-US" sz="700" dirty="0"/>
          </a:p>
        </p:txBody>
      </p:sp>
      <p:sp>
        <p:nvSpPr>
          <p:cNvPr id="14" name="Text 12"/>
          <p:cNvSpPr/>
          <p:nvPr/>
        </p:nvSpPr>
        <p:spPr>
          <a:xfrm>
            <a:off x="5715000" y="22887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a:t>
            </a:r>
            <a:endParaRPr lang="en-US" sz="600" dirty="0"/>
          </a:p>
        </p:txBody>
      </p:sp>
      <p:graphicFrame>
        <p:nvGraphicFramePr>
          <p:cNvPr id="15" name="Chart 0" descr=""/>
          <p:cNvGraphicFramePr/>
          <p:nvPr/>
        </p:nvGraphicFramePr>
        <p:xfrm>
          <a:off x="998433" y="28346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5120640"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6400800" y="1463040"/>
          <a:ext cx="480060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2011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graphicFrame>
        <p:nvGraphicFramePr>
          <p:cNvPr id="4" name="Chart 0" descr=""/>
          <p:cNvGraphicFramePr/>
          <p:nvPr/>
        </p:nvGraphicFramePr>
        <p:xfrm>
          <a:off x="998433" y="3566160"/>
          <a:ext cx="10204338" cy="2609698"/>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346428"/>
                <a:gridCol w="26899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4" name="Text 1"/>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5" name="Text 2"/>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159600" y="1179513"/>
            <a:ext cx="5036400" cy="46944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371600"/>
            <a:ext cx="52120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6438748" y="1371600"/>
            <a:ext cx="4754880" cy="48042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Text 2"/>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7200" y="1179513"/>
            <a:ext cx="10195200" cy="46944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4" name="Shape 2"/>
          <p:cNvSpPr/>
          <p:nvPr/>
        </p:nvSpPr>
        <p:spPr>
          <a:xfrm>
            <a:off x="997200" y="1179513"/>
            <a:ext cx="10195200" cy="4694400"/>
          </a:xfrm>
          <a:prstGeom prst="rect">
            <a:avLst/>
          </a:prstGeom>
          <a:solidFill>
            <a:srgbClr val="A5C7E5"/>
          </a:solidFill>
          <a:ln w="12700">
            <a:solidFill>
              <a:srgbClr val="00338D"/>
            </a:solidFill>
            <a:prstDash val="solid"/>
          </a:ln>
        </p:spPr>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t>
            </a:r>
            <a:endParaRPr lang="en-US" sz="3200" dirty="0"/>
          </a:p>
        </p:txBody>
      </p:sp>
      <p:sp>
        <p:nvSpPr>
          <p:cNvPr id="3" name="Text 1"/>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4" name="Text 2"/>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5" name="Text 3"/>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6" name="Text 4"/>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7" name="Text 5"/>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8" name="Text 6"/>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9" name="Text 7"/>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a:t>
            </a:r>
            <a:endParaRPr lang="en-US" sz="900" dirty="0"/>
          </a:p>
        </p:txBody>
      </p:sp>
      <p:sp>
        <p:nvSpPr>
          <p:cNvPr id="10" name="Text 8"/>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11" name="Text 9"/>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Generator Layout Catalog (Blank) - kpmg-diligence</dc:title>
  <dc:subject>All available layout types with minimal placeholder content</dc:subject>
  <dc:creator>kpmg-slidegen</dc:creator>
  <cp:lastModifiedBy>kpmg-slidegen</cp:lastModifiedBy>
  <cp:revision>1</cp:revision>
  <dcterms:created xsi:type="dcterms:W3CDTF">2026-02-20T00:14:21Z</dcterms:created>
  <dcterms:modified xsi:type="dcterms:W3CDTF">2026-02-20T00:14:21Z</dcterms:modified>
</cp:coreProperties>
</file>