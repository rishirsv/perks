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Divider" id="{2106b869-53d9-8346-bf4c-3385cc286796}">
          <p14:sldIdLst/>
        </p14:section>
        <p14:section name="Default-1" id="{20698eb1-6201-81c9-c566-b58cbc2c1e43}">
          <p14:sldIdLst>
            <p14:sldId id="258"/>
          </p14:sldIdLst>
        </p14:section>
        <p14:section name="Dark Divider" id="{b9b75b06-d1e9-ca7e-55fa-1ccbd8dffdc7}">
          <p14:sldIdLst/>
        </p14:section>
        <p14:section name="Default-2" id="{69ddc9bb-3eb4-bf34-4257-bd0f6984bf7e}">
          <p14:sldIdLst>
            <p14:sldId id="259"/>
          </p14:sldIdLst>
        </p14:section>
        <p14:section name="Light Divider" id="{8cacb33d-d709-d84a-9552-072926ba9e42}">
          <p14:sldIdLst/>
        </p14:section>
        <p14:section name="Default-3" id="{bac41981-504a-7974-bfd3-53a06dbc5afa}">
          <p14:sldIdLst>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Light Divider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845259"/>
                <a:gridCol w="1845259"/>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Click to add the heading</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text here</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[...]\nSource: [...]</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2026-02-20T00:50:00Z</dcterms:created>
  <dcterms:modified xsi:type="dcterms:W3CDTF">2026-02-20T00:50:00Z</dcterms:modified>
</cp:coreProperties>
</file>