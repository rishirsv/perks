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8.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9.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3.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4.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6.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4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5.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6.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47.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48.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9.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50.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51.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52.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3.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54.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56.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charts/chart57.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58.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59.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charts/chart60.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charts/chart61.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charts/chart62.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charts/chart63.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charts/chart64.xml" ContentType="application/vnd.openxmlformats-officedocument.drawingml.chart+xml"/>
  <Override PartName="/ppt/slideMasters/slideMaster79.xml" ContentType="application/vnd.openxmlformats-officedocument.presentationml.slideMaster+xml"/>
  <Override PartName="/ppt/slides/slide79.xml" ContentType="application/vnd.openxmlformats-officedocument.presentationml.slide+xml"/>
  <Override PartName="/ppt/charts/chart65.xml" ContentType="application/vnd.openxmlformats-officedocument.drawingml.chart+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66.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charts/chart6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61.xml"/><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62.xml"/><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63.xml"/><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chart" Target="/ppt/charts/chart64.xml"/><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chart" Target="/ppt/charts/chart65.xml"/><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8" Type="http://schemas.openxmlformats.org/officeDocument/2006/relationships/slideLayout" Target="../slideLayouts/slideLayout8.xml"/><Relationship Id="rId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chart" Target="/ppt/charts/chart67.xml"/><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68</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70</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74</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2026-02-21T03:47:35Z</dcterms:created>
  <dcterms:modified xsi:type="dcterms:W3CDTF">2026-02-21T03:47:35Z</dcterms:modified>
</cp:coreProperties>
</file>