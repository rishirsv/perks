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937a0646-8c00-8eab-ffd7-1b228df266c3}">
          <p14:sldIdLst/>
        </p14:section>
        <p14:section name="Default-1" id="{5570d76a-a3b1-201e-076b-24dfbe5e90d1}">
          <p14:sldIdLst>
            <p14:sldId id="259"/>
            <p14:sldId id="260"/>
            <p14:sldId id="261"/>
            <p14:sldId id="262"/>
            <p14:sldId id="263"/>
            <p14:sldId id="264"/>
            <p14:sldId id="265"/>
            <p14:sldId id="266"/>
            <p14:sldId id="267"/>
            <p14:sldId id="268"/>
            <p14:sldId id="269"/>
          </p14:sldIdLst>
        </p14:section>
        <p14:section name="Quality of Earnings and Summary Scaffold" id="{37c22e76-94bb-79d5-0cf6-8716477005cd}">
          <p14:sldIdLst/>
        </p14:section>
        <p14:section name="Default-2" id="{dd24597a-811c-ee7b-5c60-05fa7e1754ca}">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874045" y="6267298"/>
            <a:ext cx="0" cy="149047"/>
          </a:xfrm>
          <a:prstGeom prst="line">
            <a:avLst/>
          </a:prstGeom>
          <a:noFill/>
          <a:ln w="12700">
            <a:solidFill>
              <a:srgbClr val="1E49E2"/>
            </a:solidFill>
            <a:prstDash val="solid"/>
          </a:ln>
        </p:spPr>
      </p:sp>
      <p:sp>
        <p:nvSpPr>
          <p:cNvPr id="7"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874045" y="6267298"/>
            <a:ext cx="0" cy="149047"/>
          </a:xfrm>
          <a:prstGeom prst="line">
            <a:avLst/>
          </a:prstGeom>
          <a:noFill/>
          <a:ln w="12700">
            <a:solidFill>
              <a:srgbClr val="1E49E2"/>
            </a:solidFill>
            <a:prstDash val="solid"/>
          </a:ln>
        </p:spPr>
      </p:sp>
      <p:sp>
        <p:nvSpPr>
          <p:cNvPr id="8"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findings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Forecast assumptions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Net debt</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1</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2</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3</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4</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2026-02-20T01:02:41Z</dcterms:created>
  <dcterms:modified xsi:type="dcterms:W3CDTF">2026-02-20T01:02:41Z</dcterms:modified>
</cp:coreProperties>
</file>