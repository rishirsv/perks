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fe31b914-254e-1d16-c85e-ec1fc5b00e43}">
          <p14:sldIdLst/>
        </p14:section>
        <p14:section name="Default-1" id="{5b90f093-8886-256e-922f-17dc0df12784}">
          <p14:sldIdLst>
            <p14:sldId id="259"/>
            <p14:sldId id="260"/>
            <p14:sldId id="261"/>
            <p14:sldId id="262"/>
            <p14:sldId id="263"/>
            <p14:sldId id="264"/>
            <p14:sldId id="265"/>
            <p14:sldId id="266"/>
            <p14:sldId id="267"/>
            <p14:sldId id="268"/>
            <p14:sldId id="269"/>
          </p14:sldIdLst>
        </p14:section>
        <p14:section name="Quality of Earnings and Summary Scaffold" id="{08dd598b-957b-3987-68cf-cd1ea99070b9}">
          <p14:sldIdLst/>
        </p14:section>
        <p14:section name="Default-2" id="{ea547ae5-3ab8-2382-7107-26f3c6916cca}">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value bridge</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2026-02-20T02:59:14Z</dcterms:created>
  <dcterms:modified xsi:type="dcterms:W3CDTF">2026-02-20T02:59:14Z</dcterms:modified>
</cp:coreProperties>
</file>