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Process automation</c:v>
                  </c:pt>
                  <c:pt idx="1">
                    <c:v>Procurement analytics</c:v>
                  </c:pt>
                  <c:pt idx="2">
                    <c:v>Service desk copilots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Context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pressure persists across the portfolio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CFO baseline, Jan 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cost baseline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cost baseline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pool opportunities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roadmap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mitigations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Pool Sizing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automation: 45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analytics: 30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benchmark 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Options (Build vs Partner)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higher control, slower time-to-value, heavier talent burden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higher control, slower time-to-value, heavier talent burden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Partner: faster deployment, stronger accelerators, some vendor dependency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model balances speed and control in 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design workshops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Mobilization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Confirm baseline and scope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331720"/>
            <a:ext cx="22860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Confirm baseline and scope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21945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93008" y="2331720"/>
            <a:ext cx="22860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Prioritize 3 lighthouse use cases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88" y="2331720"/>
            <a:ext cx="22860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Stand up data and governance controls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0" y="21945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87968" y="2331720"/>
            <a:ext cx="228600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Launch pilots and track value weekly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SG&amp;A ratio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coverage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time (days)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benchmark panel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12-month AI cost program anchored on 3 value pools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12-month AI cost program anchored on 3 value pools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central enablement once and scale through business waves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value with monthly CFO governance and KPI owners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weak data quality; Mitigation: data triage sprint in month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weak data quality; Mitigation: data triage sprint in month 1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change resistance; Mitigation: role-based enablement and champions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unclear value ownership; Mitigation: KPI owners and PMO cadence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Cost Transformation</dc:title>
  <dc:subject>PptxGenJS Presentation</dc:subject>
  <dc:creator>PptxGenJS</dc:creator>
  <cp:lastModifiedBy>PptxGenJS</cp:lastModifiedBy>
  <cp:revision>1</cp:revision>
  <dcterms:created xsi:type="dcterms:W3CDTF">2026-02-06T17:49:05Z</dcterms:created>
  <dcterms:modified xsi:type="dcterms:W3CDTF">2026-02-06T17:49:05Z</dcterms:modified>
</cp:coreProperties>
</file>