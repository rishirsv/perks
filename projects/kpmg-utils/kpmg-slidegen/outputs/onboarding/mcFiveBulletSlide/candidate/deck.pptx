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4766" y="1536649"/>
            <a:ext cx="3377611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2377" y="1536649"/>
            <a:ext cx="7704917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6" name="Image 0" descr="/Users/rishi/Code/ai-tools/projects/kpmg-utils/kpmg-slidegen/templates/kpmg-diligence/assets/mc-five-bullet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528" y="1792681"/>
            <a:ext cx="402336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9206" y="1582369"/>
            <a:ext cx="1914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977" y="1673809"/>
            <a:ext cx="72477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1 Description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4766" y="2478481"/>
            <a:ext cx="3377611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2377" y="2478481"/>
            <a:ext cx="7704917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1" name="Image 1" descr="/Users/rishi/Code/ai-tools/projects/kpmg-utils/kpmg-slidegen/templates/kpmg-diligence/assets/mc-five-bullet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28" y="2734513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9206" y="2524201"/>
            <a:ext cx="1914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977" y="2615641"/>
            <a:ext cx="72477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2 Description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54766" y="3420313"/>
            <a:ext cx="3377611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932377" y="3420313"/>
            <a:ext cx="7704917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/Users/rishi/Code/ai-tools/projects/kpmg-utils/kpmg-slidegen/templates/kpmg-diligence/assets/mc-five-bullet-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28" y="3676345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9206" y="3466033"/>
            <a:ext cx="1914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977" y="3557473"/>
            <a:ext cx="72477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3 Description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54766" y="4362145"/>
            <a:ext cx="3377611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932377" y="4362145"/>
            <a:ext cx="7704917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1" name="Image 3" descr="/Users/rishi/Code/ai-tools/projects/kpmg-utils/kpmg-slidegen/templates/kpmg-diligence/assets/mc-five-bullet-icon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28" y="4618177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9206" y="4407865"/>
            <a:ext cx="1914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160977" y="4499305"/>
            <a:ext cx="72477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4 Description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54766" y="5303977"/>
            <a:ext cx="3377611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32377" y="5303977"/>
            <a:ext cx="7704917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6" name="Image 4" descr="/Users/rishi/Code/ai-tools/projects/kpmg-utils/kpmg-slidegen/templates/kpmg-diligence/assets/mc-five-bullet-icon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28" y="5560009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9206" y="5349697"/>
            <a:ext cx="1914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60977" y="5441137"/>
            <a:ext cx="72477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5 Description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mcFiveBulletSlide</dc:title>
  <dc:subject>PptxGenJS Presentation</dc:subject>
  <dc:creator>PptxGenJS</dc:creator>
  <cp:lastModifiedBy>PptxGenJS</cp:lastModifiedBy>
  <cp:revision>1</cp:revision>
  <dcterms:created xsi:type="dcterms:W3CDTF">2026-03-09T18:15:03Z</dcterms:created>
  <dcterms:modified xsi:type="dcterms:W3CDTF">2026-03-09T18:15:03Z</dcterms:modified>
</cp:coreProperties>
</file>