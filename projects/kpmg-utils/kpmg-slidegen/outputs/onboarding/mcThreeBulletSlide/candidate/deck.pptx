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4766" y="1536649"/>
            <a:ext cx="3377611" cy="146569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2377" y="1536649"/>
            <a:ext cx="7704917" cy="1465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6" name="Image 0" descr="/Users/rishi/Code/ai-tools/projects/kpmg-utils/kpmg-slidegen/templates/kpmg-diligence/assets/mc-three-bullet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528" y="2034984"/>
            <a:ext cx="469021" cy="5055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9206" y="1582369"/>
            <a:ext cx="1914571" cy="137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60977" y="1673809"/>
            <a:ext cx="7247717" cy="1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1 Description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54766" y="3123042"/>
            <a:ext cx="3377611" cy="146569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2377" y="3123042"/>
            <a:ext cx="7704917" cy="14656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1" name="Image 1" descr="/Users/rishi/Code/ai-tools/projects/kpmg-utils/kpmg-slidegen/templates/kpmg-diligence/assets/mc-three-bullet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8" y="3621377"/>
            <a:ext cx="469021" cy="469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9206" y="3168762"/>
            <a:ext cx="1914571" cy="137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60977" y="3260202"/>
            <a:ext cx="7247717" cy="119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2 Description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54766" y="4709434"/>
            <a:ext cx="3377611" cy="1465783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32377" y="4709434"/>
            <a:ext cx="7704917" cy="146578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/Users/rishi/Code/ai-tools/projects/kpmg-utils/kpmg-slidegen/templates/kpmg-diligence/assets/mc-three-bullet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28" y="5207801"/>
            <a:ext cx="469051" cy="4690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9206" y="4755154"/>
            <a:ext cx="1914571" cy="137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160977" y="4846594"/>
            <a:ext cx="7247717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3 Description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mcThreeBulletSlide</dc:title>
  <dc:subject>PptxGenJS Presentation</dc:subject>
  <dc:creator>PptxGenJS</dc:creator>
  <cp:lastModifiedBy>PptxGenJS</cp:lastModifiedBy>
  <cp:revision>1</cp:revision>
  <dcterms:created xsi:type="dcterms:W3CDTF">2026-03-09T18:15:03Z</dcterms:created>
  <dcterms:modified xsi:type="dcterms:W3CDTF">2026-03-09T18:15:03Z</dcterms:modified>
</cp:coreProperties>
</file>