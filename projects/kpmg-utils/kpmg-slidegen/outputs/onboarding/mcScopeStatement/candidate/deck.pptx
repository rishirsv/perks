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image" Target="../media/image-1003-3.sv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4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5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UMMAR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accent_chip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4242" y="103327"/>
            <a:ext cx="222199" cy="222199"/>
          </a:xfrm>
          <a:prstGeom prst="rect">
            <a:avLst/>
          </a:prstGeom>
        </p:spPr>
      </p:pic>
      <p:pic>
        <p:nvPicPr>
          <p:cNvPr id="3" name="Image 1" descr="/Users/rishi/Code/ai-tools/projects/kpmg-utils/kpmg-slidegen/templates/kpmg-diligence/assets/kpmg-logo.sv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3097" y="6267298"/>
            <a:ext cx="483718" cy="1965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885493" y="6267298"/>
            <a:ext cx="6343193" cy="1847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KPMG LLP, a Ontario limited liability partnership and a member firm of the KPMG global organization of independent member firms affiliated with KPMG International Limited, a private English company limited by guarantee. All rights reserved.</a:t>
            </a:r>
            <a:endParaRPr lang="en-US" sz="600" dirty="0"/>
          </a:p>
        </p:txBody>
      </p:sp>
      <p:sp>
        <p:nvSpPr>
          <p:cNvPr id="5" name="Text 1"/>
          <p:cNvSpPr/>
          <p:nvPr/>
        </p:nvSpPr>
        <p:spPr>
          <a:xfrm>
            <a:off x="8967521" y="6267298"/>
            <a:ext cx="1866290" cy="923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Classification: KPMG Confidential</a:t>
            </a:r>
            <a:endParaRPr lang="en-US" sz="600" dirty="0"/>
          </a:p>
        </p:txBody>
      </p:sp>
      <p:sp>
        <p:nvSpPr>
          <p:cNvPr id="6" name="Shape 2"/>
          <p:cNvSpPr/>
          <p:nvPr/>
        </p:nvSpPr>
        <p:spPr>
          <a:xfrm>
            <a:off x="10874045" y="6267298"/>
            <a:ext cx="0" cy="149047"/>
          </a:xfrm>
          <a:prstGeom prst="line">
            <a:avLst/>
          </a:prstGeom>
          <a:noFill/>
          <a:ln w="12700">
            <a:solidFill>
              <a:srgbClr val="1E49E2"/>
            </a:solidFill>
            <a:prstDash val="solid"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OVER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DARK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divider_window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525" y="975665"/>
            <a:ext cx="7061911" cy="49057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SECTION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PMG_CLOSING">
    <p:bg>
      <p:bgPr>
        <a:solidFill>
          <a:srgbClr val="1E49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rishi/Code/ai-tools/projects/kpmg-utils/kpmg-slidegen/templates/kpmg-diligence/assets/gradient_back_cover_300dp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7784" y="42062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set out to do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630936" y="1819656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4" name="Image 0" descr="/Users/rishi/Code/ai-tools/projects/kpmg-utils/kpmg-slidegen/templates/kpmg-diligence/assets/mc-scope-statement-icon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99339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4792" y="1965960"/>
            <a:ext cx="9372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 direct commercial impact with a focused offer and a faster path from idea to proof of value.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30936" y="2999232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7" name="Image 1" descr="/Users/rishi/Code/ai-tools/projects/kpmg-utils/kpmg-slidegen/templates/kpmg-diligence/assets/mc-scope-statement-icon-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172968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64792" y="3145536"/>
            <a:ext cx="9098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Reinforce links between commercial, operations, and delivery teams through one shared roadmap.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30936" y="4178808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0" name="Image 2" descr="/Users/rishi/Code/ai-tools/projects/kpmg-utils/kpmg-slidegen/templates/kpmg-diligence/assets/mc-scope-statement-icon-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352544"/>
            <a:ext cx="384048" cy="38404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64792" y="4297680"/>
            <a:ext cx="9418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the company as a strategic-minded investor able to scale repeatable value creation across regions.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630936" y="5358384"/>
            <a:ext cx="749808" cy="749808"/>
          </a:xfrm>
          <a:prstGeom prst="ellipse">
            <a:avLst/>
          </a:prstGeom>
          <a:solidFill>
            <a:srgbClr val="FFFFFF">
              <a:alpha val="0"/>
            </a:srgbClr>
          </a:solidFill>
          <a:ln w="12700">
            <a:solidFill>
              <a:srgbClr val="00338D"/>
            </a:solidFill>
            <a:prstDash val="solid"/>
          </a:ln>
        </p:spPr>
      </p:sp>
      <p:pic>
        <p:nvPicPr>
          <p:cNvPr id="13" name="Image 3" descr="/Users/rishi/Code/ai-tools/projects/kpmg-utils/kpmg-slidegen/templates/kpmg-diligence/assets/mc-scope-statement-icon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5532120"/>
            <a:ext cx="384048" cy="38404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64792" y="55321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the strategy into a practical change program with clear owners and measurable outcomes.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0946282" y="6267298"/>
            <a:ext cx="242316" cy="149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33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mcScopeStatement</dc:title>
  <dc:subject>PptxGenJS Presentation</dc:subject>
  <dc:creator>PptxGenJS</dc:creator>
  <cp:lastModifiedBy>PptxGenJS</cp:lastModifiedBy>
  <cp:revision>1</cp:revision>
  <dcterms:created xsi:type="dcterms:W3CDTF">2026-03-09T19:35:00Z</dcterms:created>
  <dcterms:modified xsi:type="dcterms:W3CDTF">2026-03-09T19:35:00Z</dcterms:modified>
</cp:coreProperties>
</file>