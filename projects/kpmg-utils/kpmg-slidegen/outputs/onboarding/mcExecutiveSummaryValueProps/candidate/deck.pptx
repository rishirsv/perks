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image" Target="../media/image-1003-3.sv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WHI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projects/kpmg-utils/kpmg-slidegen/templates/kpmg-diligence/assets/kpmg-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3097" y="6267298"/>
            <a:ext cx="483718" cy="1965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85493" y="6267298"/>
            <a:ext cx="6343193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KPMG LLP, a Ontario limited liability partnership and a member firm of the KPMG global organization of independent member firms affiliated with KPMG International Limited, a private English company limited by guarantee. All rights reserved.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8967521" y="6267298"/>
            <a:ext cx="1866290" cy="92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Classification: KPMG Confidential</a:t>
            </a:r>
            <a:endParaRPr lang="en-US" sz="600" dirty="0"/>
          </a:p>
        </p:txBody>
      </p:sp>
      <p:sp>
        <p:nvSpPr>
          <p:cNvPr id="5" name="Shape 2"/>
          <p:cNvSpPr/>
          <p:nvPr/>
        </p:nvSpPr>
        <p:spPr>
          <a:xfrm>
            <a:off x="10874045" y="6267298"/>
            <a:ext cx="0" cy="149047"/>
          </a:xfrm>
          <a:prstGeom prst="line">
            <a:avLst/>
          </a:prstGeom>
          <a:noFill/>
          <a:ln w="12700">
            <a:solidFill>
              <a:srgbClr val="1E49E2"/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UMMAR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projects/kpmg-utils/kpmg-slidegen/templates/kpmg-diligence/assets/gradient_accent_chip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34242" y="103327"/>
            <a:ext cx="222199" cy="222199"/>
          </a:xfrm>
          <a:prstGeom prst="rect">
            <a:avLst/>
          </a:prstGeom>
        </p:spPr>
      </p:pic>
      <p:pic>
        <p:nvPicPr>
          <p:cNvPr id="3" name="Image 1" descr="/Users/rishi/Code/ai-tools/projects/kpmg-utils/kpmg-slidegen/templates/kpmg-diligence/assets/kpmg-logo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3097" y="6267298"/>
            <a:ext cx="483718" cy="1965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885493" y="6267298"/>
            <a:ext cx="6343193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KPMG LLP, a Ontario limited liability partnership and a member firm of the KPMG global organization of independent member firms affiliated with KPMG International Limited, a private English company limited by guarantee. All rights reserved.</a:t>
            </a:r>
            <a:endParaRPr lang="en-US" sz="600" dirty="0"/>
          </a:p>
        </p:txBody>
      </p:sp>
      <p:sp>
        <p:nvSpPr>
          <p:cNvPr id="5" name="Text 1"/>
          <p:cNvSpPr/>
          <p:nvPr/>
        </p:nvSpPr>
        <p:spPr>
          <a:xfrm>
            <a:off x="8967521" y="6267298"/>
            <a:ext cx="1866290" cy="92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Classification: KPMG Confidential</a:t>
            </a:r>
            <a:endParaRPr lang="en-US" sz="600" dirty="0"/>
          </a:p>
        </p:txBody>
      </p:sp>
      <p:sp>
        <p:nvSpPr>
          <p:cNvPr id="6" name="Shape 2"/>
          <p:cNvSpPr/>
          <p:nvPr/>
        </p:nvSpPr>
        <p:spPr>
          <a:xfrm>
            <a:off x="10874045" y="6267298"/>
            <a:ext cx="0" cy="149047"/>
          </a:xfrm>
          <a:prstGeom prst="line">
            <a:avLst/>
          </a:prstGeom>
          <a:noFill/>
          <a:ln w="12700">
            <a:solidFill>
              <a:srgbClr val="1E49E2"/>
            </a:solidFill>
            <a:prstDash val="solid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COVER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_DARK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projects/kpmg-utils/kpmg-slidegen/templates/kpmg-diligence/assets/gradient_divider_window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975665"/>
            <a:ext cx="7061911" cy="49057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projects/kpmg-utils/kpmg-slidegen/templates/kpmg-diligence/assets/gradient_divider_window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975665"/>
            <a:ext cx="7061911" cy="49057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CLOSING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projects/kpmg-utils/kpmg-slidegen/templates/kpmg-diligence/assets/gradient_back_cover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7432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57784" y="170078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[Client] is looking for: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57784" y="2002536"/>
            <a:ext cx="11082528" cy="1920240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57784" y="412394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bring:</a:t>
            </a:r>
            <a:endParaRPr lang="en-US" sz="1800" dirty="0"/>
          </a:p>
        </p:txBody>
      </p:sp>
      <p:pic>
        <p:nvPicPr>
          <p:cNvPr id="6" name="Image 0" descr="/Users/rishi/Code/ai-tools/projects/kpmg-utils/kpmg-slidegen/templates/kpmg-diligence/assets/mc-exec-summary-icon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213" y="2304288"/>
            <a:ext cx="466344" cy="4663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1213" y="3035808"/>
            <a:ext cx="32520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description of main driver of issue e.g. Client has severe issues with profitability levels]...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41213" y="4443984"/>
            <a:ext cx="32520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[Insert main value propositions that you bring to the table, e.g. experience with similar issues]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[Insert main value propositions]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...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415455" y="2157984"/>
            <a:ext cx="0" cy="1609344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15455" y="4453128"/>
            <a:ext cx="0" cy="1764792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pic>
        <p:nvPicPr>
          <p:cNvPr id="11" name="Image 1" descr="/Users/rishi/Code/ai-tools/projects/kpmg-utils/kpmg-slidegen/templates/kpmg-diligence/assets/mc-exec-summary-icon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8607" y="2304288"/>
            <a:ext cx="466344" cy="4663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88607" y="3035808"/>
            <a:ext cx="32520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...[Insert description of main need e.g. resulting in need to streamline costs]...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488607" y="4443984"/>
            <a:ext cx="32520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[Insert main value propositions that you bring to the table, e.g. experience with similar issues]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[Insert main value propositions]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...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62849" y="2157984"/>
            <a:ext cx="0" cy="1609344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162849" y="4453128"/>
            <a:ext cx="0" cy="1764792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pic>
        <p:nvPicPr>
          <p:cNvPr id="16" name="Image 2" descr="/Users/rishi/Code/ai-tools/projects/kpmg-utils/kpmg-slidegen/templates/kpmg-diligence/assets/mc-exec-summary-icon-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6001" y="2304288"/>
            <a:ext cx="466344" cy="4663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36001" y="3035808"/>
            <a:ext cx="32520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...[Insert description of added need or benefit e.g. with a focus on fast impact and cross-organizational implementation]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236001" y="4443984"/>
            <a:ext cx="32520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[Insert main value propositions that you bring to the table, e.g. experience with similar issues]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[Insert main value propositions]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...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Draft mcExecutiveSummaryValueProps</dc:title>
  <dc:subject>PptxGenJS Presentation</dc:subject>
  <dc:creator>PptxGenJS</dc:creator>
  <cp:lastModifiedBy>PptxGenJS</cp:lastModifiedBy>
  <cp:revision>1</cp:revision>
  <dcterms:created xsi:type="dcterms:W3CDTF">2026-03-09T19:01:15Z</dcterms:created>
  <dcterms:modified xsi:type="dcterms:W3CDTF">2026-03-09T19:01:15Z</dcterms:modified>
</cp:coreProperties>
</file>