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784" y="411480"/>
            <a:ext cx="7360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overall vision and strategy for the project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340864" y="1014984"/>
            <a:ext cx="9272016" cy="1627632"/>
          </a:xfrm>
          <a:prstGeom prst="pentagon">
            <a:avLst/>
          </a:prstGeom>
          <a:solidFill>
            <a:srgbClr val="1E49E2"/>
          </a:solidFill>
          <a:ln w="12700">
            <a:solidFill>
              <a:srgbClr val="1E49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10328" y="1709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focused growth model that aligns customer choices, proposition design, and delivery investment behind one clear ambition.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7784" y="176479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we trying to accomplish?</a:t>
            </a:r>
            <a:endParaRPr lang="en-US" sz="1500" dirty="0"/>
          </a:p>
        </p:txBody>
      </p:sp>
      <p:pic>
        <p:nvPicPr>
          <p:cNvPr id="6" name="Image 0" descr="/Users/rishi/Code/ai-tools/projects/kpmg-utils/kpmg-slidegen/templates/kpmg-diligence/assets/mc-vision-framework-icon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0512" y="1938528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84" y="287121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should we target?</a:t>
            </a:r>
            <a:endParaRPr lang="en-US" sz="1500" dirty="0"/>
          </a:p>
        </p:txBody>
      </p:sp>
      <p:pic>
        <p:nvPicPr>
          <p:cNvPr id="8" name="Image 1" descr="/Users/rishi/Code/ai-tools/projects/kpmg-utils/kpmg-slidegen/templates/kpmg-diligence/assets/mc-vision-framework-icon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12" y="2971800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7784" y="394106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our distinctive proposition?</a:t>
            </a:r>
            <a:endParaRPr lang="en-US" sz="1500" dirty="0"/>
          </a:p>
        </p:txBody>
      </p:sp>
      <p:pic>
        <p:nvPicPr>
          <p:cNvPr id="10" name="Image 2" descr="/Users/rishi/Code/ai-tools/projects/kpmg-utils/kpmg-slidegen/templates/kpmg-diligence/assets/mc-vision-framework-icon-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512" y="4133088"/>
            <a:ext cx="301752" cy="3017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7784" y="529437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will we deliver it?</a:t>
            </a:r>
            <a:endParaRPr lang="en-US" sz="1500" dirty="0"/>
          </a:p>
        </p:txBody>
      </p:sp>
      <p:pic>
        <p:nvPicPr>
          <p:cNvPr id="12" name="Image 3" descr="/Users/rishi/Code/ai-tools/projects/kpmg-utils/kpmg-slidegen/templates/kpmg-diligence/assets/mc-vision-framework-icon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5404104"/>
            <a:ext cx="301752" cy="301752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2340864" y="2724912"/>
            <a:ext cx="9299448" cy="1115568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2551176" y="291693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segmentation and value chain prioritization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4261104" y="291693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where to play first by identifying the customer groups, needs, and value pools that matter most.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2340864" y="3785616"/>
            <a:ext cx="9299448" cy="1115568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551176" y="41788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4261104" y="4178808"/>
            <a:ext cx="6720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Clarify the offer, differentiators, and solution themes that will make the strategy tangible in market.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2340864" y="5047488"/>
            <a:ext cx="9299448" cy="1115568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551176" y="5440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model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4261104" y="5440680"/>
            <a:ext cx="5989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the strategy into channels, coverage, capabilities, and governance that can deliver it consistently.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 mcVisionStrategyFramework</dc:title>
  <dc:subject>PptxGenJS Presentation</dc:subject>
  <dc:creator>PptxGenJS</dc:creator>
  <cp:lastModifiedBy>PptxGenJS</cp:lastModifiedBy>
  <cp:revision>1</cp:revision>
  <dcterms:created xsi:type="dcterms:W3CDTF">2026-03-09T19:35:00Z</dcterms:created>
  <dcterms:modified xsi:type="dcterms:W3CDTF">2026-03-09T19:35:00Z</dcterms:modified>
</cp:coreProperties>
</file>