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4766" y="1496324"/>
            <a:ext cx="2770632" cy="4626864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/>
            </a:solidFill>
            <a:prstDash val="solid"/>
          </a:ln>
        </p:spPr>
      </p:sp>
      <p:pic>
        <p:nvPicPr>
          <p:cNvPr id="5" name="Image 0" descr="/Users/rishi/Code/ai-tools/projects/kpmg-utils/kpmg-slidegen/templates/kpmg-diligence/assets/mc-stage-bullet-grid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238" y="18072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8814" y="2337572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8814" y="2758196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Title #1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38814" y="40749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Subtitle #1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8814" y="4971044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5398" y="1496324"/>
            <a:ext cx="2770632" cy="4626864"/>
          </a:xfrm>
          <a:prstGeom prst="rect">
            <a:avLst/>
          </a:prstGeom>
          <a:solidFill>
            <a:srgbClr val="062D80"/>
          </a:solidFill>
          <a:ln w="12700">
            <a:solidFill>
              <a:srgbClr val="062D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97382" y="5656844"/>
            <a:ext cx="256032" cy="38404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Users/rishi/Code/ai-tools/projects/kpmg-utils/kpmg-slidegen/templates/kpmg-diligence/assets/mc-stage-bullet-grid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870" y="18072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9446" y="2337572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09446" y="2758196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Title #2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709446" y="40749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Subtitle #2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09446" y="4971044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#2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#2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#2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96030" y="1496324"/>
            <a:ext cx="2770632" cy="462686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68014" y="5656844"/>
            <a:ext cx="256032" cy="38404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/Users/rishi/Code/ai-tools/projects/kpmg-utils/kpmg-slidegen/templates/kpmg-diligence/assets/mc-stage-bullet-grid-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502" y="180722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0078" y="2337572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80078" y="2758196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Title #3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480078" y="40749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Subtitle #3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80078" y="4971044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#3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#3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#3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#3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866662" y="1496324"/>
            <a:ext cx="2770632" cy="4626864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738646" y="5656844"/>
            <a:ext cx="256032" cy="38404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/Users/rishi/Code/ai-tools/projects/kpmg-utils/kpmg-slidegen/templates/kpmg-diligence/assets/mc-stage-bullet-grid-icon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134" y="180722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50710" y="2337572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250710" y="2758196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Title #4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250710" y="40749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Subtitle #4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250710" y="4971044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#4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#4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#4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#4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mcStageBulletGridSlide</dc:title>
  <dc:subject>PptxGenJS Presentation</dc:subject>
  <dc:creator>PptxGenJS</dc:creator>
  <cp:lastModifiedBy>PptxGenJS</cp:lastModifiedBy>
  <cp:revision>1</cp:revision>
  <dcterms:created xsi:type="dcterms:W3CDTF">2026-03-09T18:52:43Z</dcterms:created>
  <dcterms:modified xsi:type="dcterms:W3CDTF">2026-03-09T18:52:43Z</dcterms:modified>
</cp:coreProperties>
</file>