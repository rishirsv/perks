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84632"/>
            <a:ext cx="8311896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Users/rishi/Code/ai-tools/projects/kpmg-utils/kpmg-slidegen/templates/kpmg-diligence/assets/mc-contents-alt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20624"/>
            <a:ext cx="2596896" cy="1755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15968" y="1408176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01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4754880" y="1408176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Agenda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7781544" y="1408176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4315968" y="1742987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15968" y="1761275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02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4754880" y="1761275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Executive summary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7781544" y="1761275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315968" y="2096086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15968" y="2114374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03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4754880" y="2114374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Vision &amp; objectives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7781544" y="2114374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315968" y="2449185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15968" y="2467473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04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4754880" y="2467473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Bullet points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7781544" y="2467473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4315968" y="2802284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15968" y="2820572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05</a:t>
            </a:r>
            <a:endParaRPr lang="en-US" sz="1260" dirty="0"/>
          </a:p>
        </p:txBody>
      </p:sp>
      <p:sp>
        <p:nvSpPr>
          <p:cNvPr id="22" name="Text 19"/>
          <p:cNvSpPr/>
          <p:nvPr/>
        </p:nvSpPr>
        <p:spPr>
          <a:xfrm>
            <a:off x="4754880" y="2820572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Timelines &amp; project plan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7781544" y="2820572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4315968" y="3155383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15968" y="3173671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06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4754880" y="3173671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Dashboards &amp; tables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7781544" y="3173671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4315968" y="3508482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15968" y="3526770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07</a:t>
            </a:r>
            <a:endParaRPr lang="en-US" sz="1260" dirty="0"/>
          </a:p>
        </p:txBody>
      </p:sp>
      <p:sp>
        <p:nvSpPr>
          <p:cNvPr id="30" name="Text 27"/>
          <p:cNvSpPr/>
          <p:nvPr/>
        </p:nvSpPr>
        <p:spPr>
          <a:xfrm>
            <a:off x="4754880" y="3526770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Line graphs</a:t>
            </a:r>
            <a:endParaRPr lang="en-US" sz="1040" dirty="0"/>
          </a:p>
        </p:txBody>
      </p:sp>
      <p:sp>
        <p:nvSpPr>
          <p:cNvPr id="31" name="Text 28"/>
          <p:cNvSpPr/>
          <p:nvPr/>
        </p:nvSpPr>
        <p:spPr>
          <a:xfrm>
            <a:off x="7781544" y="3526770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4315968" y="3861582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15968" y="3879870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08</a:t>
            </a:r>
            <a:endParaRPr lang="en-US" sz="1260" dirty="0"/>
          </a:p>
        </p:txBody>
      </p:sp>
      <p:sp>
        <p:nvSpPr>
          <p:cNvPr id="34" name="Text 31"/>
          <p:cNvSpPr/>
          <p:nvPr/>
        </p:nvSpPr>
        <p:spPr>
          <a:xfrm>
            <a:off x="4754880" y="3879870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Pie charts</a:t>
            </a:r>
            <a:endParaRPr lang="en-US" sz="1040" dirty="0"/>
          </a:p>
        </p:txBody>
      </p:sp>
      <p:sp>
        <p:nvSpPr>
          <p:cNvPr id="35" name="Text 32"/>
          <p:cNvSpPr/>
          <p:nvPr/>
        </p:nvSpPr>
        <p:spPr>
          <a:xfrm>
            <a:off x="7781544" y="3879870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4315968" y="4214681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15968" y="4232969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09</a:t>
            </a:r>
            <a:endParaRPr lang="en-US" sz="1260" dirty="0"/>
          </a:p>
        </p:txBody>
      </p:sp>
      <p:sp>
        <p:nvSpPr>
          <p:cNvPr id="38" name="Text 35"/>
          <p:cNvSpPr/>
          <p:nvPr/>
        </p:nvSpPr>
        <p:spPr>
          <a:xfrm>
            <a:off x="4754880" y="4232969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Bar charts</a:t>
            </a:r>
            <a:endParaRPr lang="en-US" sz="1040" dirty="0"/>
          </a:p>
        </p:txBody>
      </p:sp>
      <p:sp>
        <p:nvSpPr>
          <p:cNvPr id="39" name="Text 36"/>
          <p:cNvSpPr/>
          <p:nvPr/>
        </p:nvSpPr>
        <p:spPr>
          <a:xfrm>
            <a:off x="7781544" y="4232969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4315968" y="4567780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15968" y="4586068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10</a:t>
            </a:r>
            <a:endParaRPr lang="en-US" sz="1260" dirty="0"/>
          </a:p>
        </p:txBody>
      </p:sp>
      <p:sp>
        <p:nvSpPr>
          <p:cNvPr id="42" name="Text 39"/>
          <p:cNvSpPr/>
          <p:nvPr/>
        </p:nvSpPr>
        <p:spPr>
          <a:xfrm>
            <a:off x="4754880" y="4586068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Scatter &amp; other charts</a:t>
            </a:r>
            <a:endParaRPr lang="en-US" sz="1040" dirty="0"/>
          </a:p>
        </p:txBody>
      </p:sp>
      <p:sp>
        <p:nvSpPr>
          <p:cNvPr id="43" name="Text 40"/>
          <p:cNvSpPr/>
          <p:nvPr/>
        </p:nvSpPr>
        <p:spPr>
          <a:xfrm>
            <a:off x="7781544" y="4586068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4315968" y="4920879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315968" y="4939167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11</a:t>
            </a:r>
            <a:endParaRPr lang="en-US" sz="1260" dirty="0"/>
          </a:p>
        </p:txBody>
      </p:sp>
      <p:sp>
        <p:nvSpPr>
          <p:cNvPr id="46" name="Text 43"/>
          <p:cNvSpPr/>
          <p:nvPr/>
        </p:nvSpPr>
        <p:spPr>
          <a:xfrm>
            <a:off x="4754880" y="4939167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Fees &amp; KPIs</a:t>
            </a:r>
            <a:endParaRPr lang="en-US" sz="1040" dirty="0"/>
          </a:p>
        </p:txBody>
      </p:sp>
      <p:sp>
        <p:nvSpPr>
          <p:cNvPr id="47" name="Text 44"/>
          <p:cNvSpPr/>
          <p:nvPr/>
        </p:nvSpPr>
        <p:spPr>
          <a:xfrm>
            <a:off x="7781544" y="4939167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4315968" y="5273978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315968" y="5292266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12</a:t>
            </a:r>
            <a:endParaRPr lang="en-US" sz="1260" dirty="0"/>
          </a:p>
        </p:txBody>
      </p:sp>
      <p:sp>
        <p:nvSpPr>
          <p:cNvPr id="50" name="Text 47"/>
          <p:cNvSpPr/>
          <p:nvPr/>
        </p:nvSpPr>
        <p:spPr>
          <a:xfrm>
            <a:off x="4754880" y="5292266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Map</a:t>
            </a:r>
            <a:endParaRPr lang="en-US" sz="1040" dirty="0"/>
          </a:p>
        </p:txBody>
      </p:sp>
      <p:sp>
        <p:nvSpPr>
          <p:cNvPr id="51" name="Text 48"/>
          <p:cNvSpPr/>
          <p:nvPr/>
        </p:nvSpPr>
        <p:spPr>
          <a:xfrm>
            <a:off x="7781544" y="5292266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</a:t>
            </a:r>
            <a:endParaRPr lang="en-US" sz="880" dirty="0"/>
          </a:p>
        </p:txBody>
      </p:sp>
      <p:sp>
        <p:nvSpPr>
          <p:cNvPr id="52" name="Shape 49"/>
          <p:cNvSpPr/>
          <p:nvPr/>
        </p:nvSpPr>
        <p:spPr>
          <a:xfrm>
            <a:off x="4315968" y="5627077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315968" y="5645365"/>
            <a:ext cx="25603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13</a:t>
            </a:r>
            <a:endParaRPr lang="en-US" sz="1260" dirty="0"/>
          </a:p>
        </p:txBody>
      </p:sp>
      <p:sp>
        <p:nvSpPr>
          <p:cNvPr id="54" name="Text 51"/>
          <p:cNvSpPr/>
          <p:nvPr/>
        </p:nvSpPr>
        <p:spPr>
          <a:xfrm>
            <a:off x="4754880" y="5645365"/>
            <a:ext cx="2862072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u="sng" dirty="0">
                <a:solidFill>
                  <a:srgbClr val="0C233C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Other infographics</a:t>
            </a:r>
            <a:endParaRPr lang="en-US" sz="1040" dirty="0"/>
          </a:p>
        </p:txBody>
      </p:sp>
      <p:sp>
        <p:nvSpPr>
          <p:cNvPr id="55" name="Text 52"/>
          <p:cNvSpPr/>
          <p:nvPr/>
        </p:nvSpPr>
        <p:spPr>
          <a:xfrm>
            <a:off x="7781544" y="5645365"/>
            <a:ext cx="237744" cy="35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88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</a:t>
            </a:r>
            <a:endParaRPr lang="en-US" sz="880" dirty="0"/>
          </a:p>
        </p:txBody>
      </p:sp>
      <p:sp>
        <p:nvSpPr>
          <p:cNvPr id="56" name="Shape 53"/>
          <p:cNvSpPr/>
          <p:nvPr/>
        </p:nvSpPr>
        <p:spPr>
          <a:xfrm>
            <a:off x="4315968" y="5980176"/>
            <a:ext cx="3703320" cy="0"/>
          </a:xfrm>
          <a:prstGeom prst="line">
            <a:avLst/>
          </a:prstGeom>
          <a:noFill/>
          <a:ln w="12700">
            <a:solidFill>
              <a:srgbClr val="6F8FD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mcContentsAlt</dc:title>
  <dc:subject>PptxGenJS Presentation</dc:subject>
  <dc:creator>PptxGenJS</dc:creator>
  <cp:lastModifiedBy>PptxGenJS</cp:lastModifiedBy>
  <cp:revision>1</cp:revision>
  <dcterms:created xsi:type="dcterms:W3CDTF">2026-03-09T18:00:25Z</dcterms:created>
  <dcterms:modified xsi:type="dcterms:W3CDTF">2026-03-09T18:00:25Z</dcterms:modified>
</cp:coreProperties>
</file>