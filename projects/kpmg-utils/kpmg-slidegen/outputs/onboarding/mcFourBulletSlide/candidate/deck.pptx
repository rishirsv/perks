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4048" y="1005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54766" y="1536649"/>
            <a:ext cx="3377611" cy="1108893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2377" y="1536649"/>
            <a:ext cx="7704917" cy="110889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6" name="Image 0" descr="/Users/rishi/Code/ai-tools/projects/kpmg-utils/kpmg-slidegen/templates/kpmg-diligence/assets/mc-four-bullet-ico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528" y="1889928"/>
            <a:ext cx="402336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9206" y="1582369"/>
            <a:ext cx="1914571" cy="1017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60977" y="1673809"/>
            <a:ext cx="7247717" cy="83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1 Description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4766" y="2713208"/>
            <a:ext cx="3377611" cy="1108893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32377" y="2713208"/>
            <a:ext cx="7704917" cy="110889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1" name="Image 1" descr="/Users/rishi/Code/ai-tools/projects/kpmg-utils/kpmg-slidegen/templates/kpmg-diligence/assets/mc-four-bullet-ico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28" y="3066486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9206" y="2758928"/>
            <a:ext cx="1914571" cy="1017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160977" y="2850368"/>
            <a:ext cx="7247717" cy="83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2 Description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54766" y="3889858"/>
            <a:ext cx="3377611" cy="1108893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932377" y="3889858"/>
            <a:ext cx="7704917" cy="110889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/Users/rishi/Code/ai-tools/projects/kpmg-utils/kpmg-slidegen/templates/kpmg-diligence/assets/mc-four-bullet-icon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528" y="424313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9206" y="3935578"/>
            <a:ext cx="1914571" cy="1017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160977" y="4027018"/>
            <a:ext cx="7247717" cy="83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3 Description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54766" y="5066416"/>
            <a:ext cx="3377611" cy="1108801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932377" y="5066416"/>
            <a:ext cx="7704917" cy="11088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1" name="Image 3" descr="/Users/rishi/Code/ai-tools/projects/kpmg-utils/kpmg-slidegen/templates/kpmg-diligence/assets/mc-four-bullet-icon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528" y="5419649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9206" y="5112136"/>
            <a:ext cx="1914571" cy="10173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#4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160977" y="5203576"/>
            <a:ext cx="7247717" cy="8344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4 Description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mcFourBulletSlide</dc:title>
  <dc:subject>PptxGenJS Presentation</dc:subject>
  <dc:creator>PptxGenJS</dc:creator>
  <cp:lastModifiedBy>PptxGenJS</cp:lastModifiedBy>
  <cp:revision>1</cp:revision>
  <dcterms:created xsi:type="dcterms:W3CDTF">2026-03-09T18:15:03Z</dcterms:created>
  <dcterms:modified xsi:type="dcterms:W3CDTF">2026-03-09T18:15:03Z</dcterms:modified>
</cp:coreProperties>
</file>