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1005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43434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6680" y="1792224"/>
            <a:ext cx="391363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36592" y="15727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Bullets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6504" y="2447026"/>
            <a:ext cx="804672" cy="786384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6504" y="2447026"/>
            <a:ext cx="804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56504" y="3398002"/>
            <a:ext cx="19292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56504" y="4431274"/>
            <a:ext cx="19292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#1 Description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71729" y="2447026"/>
            <a:ext cx="804672" cy="786384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1729" y="2447026"/>
            <a:ext cx="804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71729" y="3398002"/>
            <a:ext cx="19955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771729" y="4431274"/>
            <a:ext cx="19955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#2 Description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86955" y="2447026"/>
            <a:ext cx="804672" cy="786384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6955" y="2447026"/>
            <a:ext cx="804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86955" y="3398002"/>
            <a:ext cx="19955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986955" y="4431274"/>
            <a:ext cx="19955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#3 Description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02272" y="2447026"/>
            <a:ext cx="804672" cy="786384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2272" y="2447026"/>
            <a:ext cx="804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202272" y="3398002"/>
            <a:ext cx="19955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202272" y="4431274"/>
            <a:ext cx="19955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#4 Description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417497" y="2447026"/>
            <a:ext cx="804672" cy="786384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7497" y="2447026"/>
            <a:ext cx="804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417497" y="3398002"/>
            <a:ext cx="2218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#5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417497" y="4431274"/>
            <a:ext cx="2218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#5 Description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5239512"/>
            <a:ext cx="12191970" cy="749808"/>
          </a:xfrm>
          <a:prstGeom prst="rect">
            <a:avLst/>
          </a:prstGeom>
          <a:solidFill>
            <a:srgbClr val="0C233C"/>
          </a:solidFill>
          <a:ln w="12700">
            <a:solidFill>
              <a:srgbClr val="0C23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5239512"/>
            <a:ext cx="121919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value insight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mcInsightBulletColumnsSlide</dc:title>
  <dc:subject>PptxGenJS Presentation</dc:subject>
  <dc:creator>PptxGenJS</dc:creator>
  <cp:lastModifiedBy>PptxGenJS</cp:lastModifiedBy>
  <cp:revision>1</cp:revision>
  <dcterms:created xsi:type="dcterms:W3CDTF">2026-03-09T18:52:43Z</dcterms:created>
  <dcterms:modified xsi:type="dcterms:W3CDTF">2026-03-09T18:52:43Z</dcterms:modified>
</cp:coreProperties>
</file>