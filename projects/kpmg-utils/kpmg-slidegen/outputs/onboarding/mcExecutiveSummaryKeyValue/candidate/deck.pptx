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743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57784" y="1305215"/>
            <a:ext cx="1536192" cy="106299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432213"/>
            <a:ext cx="1108252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396655"/>
            <a:ext cx="138988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49424" y="1469807"/>
            <a:ext cx="9390888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vision for proposed project including qualitative and quantitative benefits]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7784" y="2493935"/>
            <a:ext cx="1536192" cy="106299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" y="3620933"/>
            <a:ext cx="1108252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585375"/>
            <a:ext cx="138988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objective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49424" y="2658527"/>
            <a:ext cx="9390888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strategic objective of project and how it fits into overall company or BU/team strategy. This can also be business need]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57784" y="3682655"/>
            <a:ext cx="1536192" cy="106299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" y="4809653"/>
            <a:ext cx="11082528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3774095"/>
            <a:ext cx="138988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49424" y="3847247"/>
            <a:ext cx="9390888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brief description of suggested solution]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57784" y="4871375"/>
            <a:ext cx="1536192" cy="106299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4962815"/>
            <a:ext cx="138988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49424" y="5035967"/>
            <a:ext cx="9390888" cy="8435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person, team, department, BU or similar who will sponsor the business case]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mcExecutiveSummaryKeyValue</dc:title>
  <dc:subject>PptxGenJS Presentation</dc:subject>
  <dc:creator>PptxGenJS</dc:creator>
  <cp:lastModifiedBy>PptxGenJS</cp:lastModifiedBy>
  <cp:revision>1</cp:revision>
  <dcterms:created xsi:type="dcterms:W3CDTF">2026-03-09T19:01:56Z</dcterms:created>
  <dcterms:modified xsi:type="dcterms:W3CDTF">2026-03-09T19:01:56Z</dcterms:modified>
</cp:coreProperties>
</file>