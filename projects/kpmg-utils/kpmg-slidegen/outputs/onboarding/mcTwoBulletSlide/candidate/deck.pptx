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1005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54766" y="1536649"/>
            <a:ext cx="3377611" cy="225472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2377" y="1536649"/>
            <a:ext cx="7704917" cy="22547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6" name="Image 0" descr="/Users/rishi/Code/ai-tools/projects/kpmg-utils/kpmg-slidegen/templates/kpmg-diligence/assets/mc-two-bullet-ico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76856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9206" y="1582369"/>
            <a:ext cx="1914571" cy="216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Bullet #1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60977" y="1673809"/>
            <a:ext cx="7247717" cy="1980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1 Description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54766" y="4012936"/>
            <a:ext cx="3377611" cy="213055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2377" y="4012936"/>
            <a:ext cx="7704917" cy="21305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1" name="Image 1" descr="/Users/rishi/Code/ai-tools/projects/kpmg-utils/kpmg-slidegen/templates/kpmg-diligence/assets/mc-two-bullet-ico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764024"/>
            <a:ext cx="603504" cy="585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9206" y="4058656"/>
            <a:ext cx="1914571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KPMG Bold" pitchFamily="34" charset="0"/>
                <a:ea typeface="KPMG Bold" pitchFamily="34" charset="-122"/>
                <a:cs typeface="KPMG Bold" pitchFamily="34" charset="-120"/>
              </a:rPr>
              <a:t>Bullet #2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160977" y="4150096"/>
            <a:ext cx="7247717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2 Description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mcTwoBulletSlide</dc:title>
  <dc:subject>PptxGenJS Presentation</dc:subject>
  <dc:creator>PptxGenJS</dc:creator>
  <cp:lastModifiedBy>PptxGenJS</cp:lastModifiedBy>
  <cp:revision>1</cp:revision>
  <dcterms:created xsi:type="dcterms:W3CDTF">2026-03-09T18:00:25Z</dcterms:created>
  <dcterms:modified xsi:type="dcterms:W3CDTF">2026-03-09T18:00:25Z</dcterms:modified>
</cp:coreProperties>
</file>