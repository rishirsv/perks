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784" y="4114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believe in four guiding principles for a strong operating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96112" y="1225296"/>
            <a:ext cx="941832" cy="941832"/>
          </a:xfrm>
          <a:prstGeom prst="ellipse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225296"/>
            <a:ext cx="941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[Principle 1]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85416" y="16093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commercial priorities that matter most and align the work around where the program can create visible value first.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85416" y="2350008"/>
            <a:ext cx="916228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2456" y="2157984"/>
            <a:ext cx="0" cy="384048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96112" y="2542032"/>
            <a:ext cx="941832" cy="941832"/>
          </a:xfrm>
          <a:prstGeom prst="ellipse">
            <a:avLst/>
          </a:prstGeom>
          <a:solidFill>
            <a:srgbClr val="00B8F5"/>
          </a:solidFill>
          <a:ln w="12700">
            <a:solidFill>
              <a:srgbClr val="00B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542032"/>
            <a:ext cx="941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[Principle 2]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85416" y="2926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choices practical by linking strategic direction to the day-to-day decisions teams will actually need to make.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85416" y="3666744"/>
            <a:ext cx="916228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62456" y="3474720"/>
            <a:ext cx="0" cy="384048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96112" y="3858768"/>
            <a:ext cx="941832" cy="941832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58768"/>
            <a:ext cx="941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[Principle 3]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85416" y="42428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governance on decisions, sequencing, and accountability rather than adding process for its own sake.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185416" y="4983480"/>
            <a:ext cx="916228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62456" y="4791456"/>
            <a:ext cx="0" cy="384048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6112" y="5175504"/>
            <a:ext cx="941832" cy="941832"/>
          </a:xfrm>
          <a:prstGeom prst="ellipse">
            <a:avLst/>
          </a:prstGeom>
          <a:solidFill>
            <a:srgbClr val="7213EA"/>
          </a:solidFill>
          <a:ln w="12700">
            <a:solidFill>
              <a:srgbClr val="721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5175504"/>
            <a:ext cx="941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[Principle 4]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85416" y="5559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momentum through a delivery approach that balances quick wins with the structural changes required for scale.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mcGuidingPrinciples</dc:title>
  <dc:subject>PptxGenJS Presentation</dc:subject>
  <dc:creator>PptxGenJS</dc:creator>
  <cp:lastModifiedBy>PptxGenJS</cp:lastModifiedBy>
  <cp:revision>1</cp:revision>
  <dcterms:created xsi:type="dcterms:W3CDTF">2026-03-09T19:30:18Z</dcterms:created>
  <dcterms:modified xsi:type="dcterms:W3CDTF">2026-03-09T19:30:18Z</dcterms:modified>
</cp:coreProperties>
</file>