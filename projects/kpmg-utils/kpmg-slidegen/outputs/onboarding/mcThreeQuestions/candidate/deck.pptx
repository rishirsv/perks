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784" y="41148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will answer three key questions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76656" y="17190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and complication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67128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has aligned on the ambition, but the path from strategy to execution remains uneven across business units.</a:t>
            </a:r>
            <a:endParaRPr lang="en-US" sz="135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Commercial, delivery, and enabling functions are making decisions with different assumptions about sequencing and ownership.</a:t>
            </a:r>
            <a:endParaRPr lang="en-US" sz="135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now needs a tighter view of where to focus, what to prioritize, and how to mobilize at pace.</a:t>
            </a:r>
            <a:endParaRPr lang="en-US" sz="135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is asking for a practical implementation model that turns strategic intent into measurable impact.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01384" y="1691640"/>
            <a:ext cx="5138928" cy="437997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11112" y="17282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0216" y="2441448"/>
            <a:ext cx="411480" cy="411480"/>
          </a:xfrm>
          <a:prstGeom prst="ellipse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0216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31152" y="2350008"/>
            <a:ext cx="4334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design an implementation model that fits the organization and realizes the full impact of the new strategy?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0216" y="3703320"/>
            <a:ext cx="411480" cy="411480"/>
          </a:xfrm>
          <a:prstGeom prst="ellipse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31152" y="362102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decisions and workstreams will create the greatest near-term value while preserving long-term strategic flexibility?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0216" y="4965192"/>
            <a:ext cx="411480" cy="411480"/>
          </a:xfrm>
          <a:prstGeom prst="ellipse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4965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31152" y="487375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governance, sequencing, and delivery model will keep the transformation moving once priorities are set?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mcThreeQuestions</dc:title>
  <dc:subject>PptxGenJS Presentation</dc:subject>
  <dc:creator>PptxGenJS</dc:creator>
  <cp:lastModifiedBy>PptxGenJS</cp:lastModifiedBy>
  <cp:revision>1</cp:revision>
  <dcterms:created xsi:type="dcterms:W3CDTF">2026-03-09T19:35:00Z</dcterms:created>
  <dcterms:modified xsi:type="dcterms:W3CDTF">2026-03-09T19:35:00Z</dcterms:modified>
</cp:coreProperties>
</file>