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1005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54766" y="1543233"/>
            <a:ext cx="2029968" cy="4572000"/>
          </a:xfrm>
          <a:prstGeom prst="rect">
            <a:avLst/>
          </a:prstGeom>
          <a:solidFill>
            <a:srgbClr val="0C233C"/>
          </a:solidFill>
          <a:ln w="12700">
            <a:solidFill>
              <a:srgbClr val="0C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2182398" y="1543233"/>
            <a:ext cx="402336" cy="987552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00686" y="1634673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93294" y="4048689"/>
            <a:ext cx="182880" cy="2560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3366" y="1689537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3366" y="2841681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Bullet #1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3366" y="4030401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#1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3366" y="4341297"/>
            <a:ext cx="1618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#1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#1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77342" y="1543233"/>
            <a:ext cx="2029968" cy="457200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4504974" y="1543233"/>
            <a:ext cx="402336" cy="987552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3262" y="1634673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15870" y="4048689"/>
            <a:ext cx="182880" cy="2560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5942" y="1689537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05942" y="2841681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Bullet #2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5942" y="4030401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#2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105942" y="4341297"/>
            <a:ext cx="1618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#2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#2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99918" y="1543233"/>
            <a:ext cx="2029968" cy="4572000"/>
          </a:xfrm>
          <a:prstGeom prst="rect">
            <a:avLst/>
          </a:prstGeom>
          <a:solidFill>
            <a:srgbClr val="062D80"/>
          </a:solidFill>
          <a:ln w="12700">
            <a:solidFill>
              <a:srgbClr val="062D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6827550" y="1543233"/>
            <a:ext cx="402336" cy="987552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45838" y="1634673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138446" y="4048689"/>
            <a:ext cx="182880" cy="2560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28518" y="1689537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28518" y="2841681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Bullet #3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28518" y="4030401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#3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28518" y="4341297"/>
            <a:ext cx="1618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#3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#3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22494" y="1543233"/>
            <a:ext cx="2029968" cy="4572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9150126" y="1543233"/>
            <a:ext cx="402336" cy="987552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68414" y="1634673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461022" y="4048689"/>
            <a:ext cx="182880" cy="2560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51094" y="1689537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51094" y="2841681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Bullet #4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51094" y="4030401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#4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751094" y="4341297"/>
            <a:ext cx="1618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#4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#4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845070" y="1543233"/>
            <a:ext cx="1828800" cy="4572000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10800000">
            <a:off x="11271534" y="1543233"/>
            <a:ext cx="402336" cy="987552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289822" y="1634673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073670" y="1689537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073670" y="2841681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Bullet #5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073670" y="4030401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#5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073670" y="4341297"/>
            <a:ext cx="1417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#5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#5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Bullet Bullet #5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mcNumberedBulletColumnsSlide</dc:title>
  <dc:subject>PptxGenJS Presentation</dc:subject>
  <dc:creator>PptxGenJS</dc:creator>
  <cp:lastModifiedBy>PptxGenJS</cp:lastModifiedBy>
  <cp:revision>1</cp:revision>
  <dcterms:created xsi:type="dcterms:W3CDTF">2026-03-09T18:52:43Z</dcterms:created>
  <dcterms:modified xsi:type="dcterms:W3CDTF">2026-03-09T18:52:43Z</dcterms:modified>
</cp:coreProperties>
</file>