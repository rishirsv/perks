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784" y="41148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program overview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57784" y="1408176"/>
            <a:ext cx="2532888" cy="749808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90672" y="1408176"/>
            <a:ext cx="8549640" cy="749808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408176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pic>
        <p:nvPicPr>
          <p:cNvPr id="6" name="Image 0" descr="/Users/rishi/Code/ai-tools/projects/kpmg-utils/kpmg-slidegen/templates/kpmg-diligence/assets/mc-project-overview-objective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0280" y="1527048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82112" y="170992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highest-value experience interventions, define delivery owners, and track the outcomes that will matter most over the next two quarters.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" y="2432304"/>
            <a:ext cx="5340096" cy="731520"/>
          </a:xfrm>
          <a:prstGeom prst="rect">
            <a:avLst/>
          </a:prstGeom>
          <a:solidFill>
            <a:srgbClr val="7213EA"/>
          </a:solidFill>
          <a:ln w="12700">
            <a:solidFill>
              <a:srgbClr val="721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" y="3163824"/>
            <a:ext cx="5340096" cy="29169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" y="2432304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criteria</a:t>
            </a:r>
            <a:endParaRPr lang="en-US" sz="1800" dirty="0"/>
          </a:p>
        </p:txBody>
      </p:sp>
      <p:pic>
        <p:nvPicPr>
          <p:cNvPr id="11" name="Image 1" descr="/Users/rishi/Code/ai-tools/projects/kpmg-utils/kpmg-slidegen/templates/kpmg-diligence/assets/mc-project-overview-context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569464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" y="3255264"/>
            <a:ext cx="4709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the work on the customer journeys where leadership expects the fastest commercial impact.</a:t>
            </a:r>
            <a:endParaRPr lang="en-US" sz="15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consistent lens for feasibility, cross-functional readiness, and strategic fit before prioritizing initiatives.</a:t>
            </a:r>
            <a:endParaRPr lang="en-US" sz="15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the steering cadence and decision forums so teams can resolve blockers quickly without losing control.</a:t>
            </a:r>
            <a:endParaRPr lang="en-US" sz="15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light evidence trail that supports decisions and makes trade-offs visible.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72784" y="2432304"/>
            <a:ext cx="5367528" cy="731520"/>
          </a:xfrm>
          <a:prstGeom prst="rect">
            <a:avLst/>
          </a:prstGeom>
          <a:solidFill>
            <a:srgbClr val="7213EA"/>
          </a:solidFill>
          <a:ln w="12700">
            <a:solidFill>
              <a:srgbClr val="7213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2784" y="3163824"/>
            <a:ext cx="5367528" cy="29169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55664" y="243230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800" dirty="0"/>
          </a:p>
        </p:txBody>
      </p:sp>
      <p:pic>
        <p:nvPicPr>
          <p:cNvPr id="16" name="Image 2" descr="/Users/rishi/Code/ai-tools/projects/kpmg-utils/kpmg-slidegen/templates/kpmg-diligence/assets/mc-project-overview-metrics-icon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4512" y="2578608"/>
            <a:ext cx="484632" cy="4846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3255264"/>
            <a:ext cx="46817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initiative delivery against the milestones needed to unlock the first wave of benefits.</a:t>
            </a:r>
            <a:endParaRPr lang="en-US" sz="15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commercial, operational, and customer signals so the team can judge whether the changes are working.</a:t>
            </a:r>
            <a:endParaRPr lang="en-US" sz="15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cross-functional dependency resolution and time-to-decision to keep execution moving.</a:t>
            </a:r>
            <a:endParaRPr lang="en-US" sz="15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short executive scorecard that highlights outcomes, blockers, and decisions required.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mcProjectOverviewMetrics</dc:title>
  <dc:subject>PptxGenJS Presentation</dc:subject>
  <dc:creator>PptxGenJS</dc:creator>
  <cp:lastModifiedBy>PptxGenJS</cp:lastModifiedBy>
  <cp:revision>1</cp:revision>
  <dcterms:created xsi:type="dcterms:W3CDTF">2026-03-09T19:35:00Z</dcterms:created>
  <dcterms:modified xsi:type="dcterms:W3CDTF">2026-03-09T19:35:00Z</dcterms:modified>
</cp:coreProperties>
</file>